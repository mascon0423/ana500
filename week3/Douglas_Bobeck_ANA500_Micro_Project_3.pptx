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6d5fe8570f4198" /><Relationship Type="http://schemas.openxmlformats.org/officeDocument/2006/relationships/extended-properties" Target="/docProps/app.xml" Id="R3295bfcc03974edd" /><Relationship Type="http://schemas.openxmlformats.org/officeDocument/2006/relationships/officeDocument" Target="/ppt/presentation.xml" Id="R50e86114534f42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e849ac596c46b3"/>
  </p:sldMasterIdLst>
  <p:notesMasterIdLst>
    <p:notesMasterId xmlns:r="http://schemas.openxmlformats.org/officeDocument/2006/relationships" r:id="R1fb28a2fd287432b"/>
  </p:notesMasterIdLst>
  <p:sldIdLst>
    <p:sldId xmlns:r="http://schemas.openxmlformats.org/officeDocument/2006/relationships" id="256" r:id="Rfe5ad0ed45b348df"/>
    <p:sldId xmlns:r="http://schemas.openxmlformats.org/officeDocument/2006/relationships" id="257" r:id="R94d5a6c7f83a4d45"/>
    <p:sldId xmlns:r="http://schemas.openxmlformats.org/officeDocument/2006/relationships" id="258" r:id="R0272fe55220c4804"/>
    <p:sldId xmlns:r="http://schemas.openxmlformats.org/officeDocument/2006/relationships" id="259" r:id="R2df12e24a22e4c70"/>
    <p:sldId xmlns:r="http://schemas.openxmlformats.org/officeDocument/2006/relationships" id="260" r:id="R7064ab707f5c4a79"/>
    <p:sldId xmlns:r="http://schemas.openxmlformats.org/officeDocument/2006/relationships" id="261" r:id="R7c99f31045da4973"/>
    <p:sldId xmlns:r="http://schemas.openxmlformats.org/officeDocument/2006/relationships" id="262" r:id="R94f94a7ef89c4dd2"/>
    <p:sldId xmlns:r="http://schemas.openxmlformats.org/officeDocument/2006/relationships" id="263" r:id="R0593ef5f19824046"/>
    <p:sldId xmlns:r="http://schemas.openxmlformats.org/officeDocument/2006/relationships" id="264" r:id="R6fc6939d05324f25"/>
    <p:sldId xmlns:r="http://schemas.openxmlformats.org/officeDocument/2006/relationships" id="265" r:id="R14500053955a4dfa"/>
    <p:sldId xmlns:r="http://schemas.openxmlformats.org/officeDocument/2006/relationships" id="266" r:id="R8458df2f69304679"/>
    <p:sldId xmlns:r="http://schemas.openxmlformats.org/officeDocument/2006/relationships" id="267" r:id="R5dfd690e1def43bd"/>
    <p:sldId xmlns:r="http://schemas.openxmlformats.org/officeDocument/2006/relationships" id="268" r:id="R614da916a3be4827"/>
    <p:sldId xmlns:r="http://schemas.openxmlformats.org/officeDocument/2006/relationships" id="269" r:id="Rc63656bba6d342b4"/>
    <p:sldId xmlns:r="http://schemas.openxmlformats.org/officeDocument/2006/relationships" id="270" r:id="R982f002c433d410b"/>
    <p:sldId xmlns:r="http://schemas.openxmlformats.org/officeDocument/2006/relationships" id="271" r:id="R5970eb35b0784d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fe6935e8e54e7e" /><Relationship Type="http://schemas.openxmlformats.org/officeDocument/2006/relationships/slideMaster" Target="/ppt/slideMasters/slideMaster1.xml" Id="Rece849ac596c46b3" /><Relationship Type="http://schemas.openxmlformats.org/officeDocument/2006/relationships/notesMaster" Target="/ppt/notesMasters/notesMaster1.xml" Id="R1fb28a2fd287432b" /><Relationship Type="http://schemas.openxmlformats.org/officeDocument/2006/relationships/presProps" Target="/ppt/presProps.xml" Id="Rb8a2db9d04934366" /><Relationship Type="http://schemas.openxmlformats.org/officeDocument/2006/relationships/viewProps" Target="/ppt/viewProps.xml" Id="R816b1d872d0b4801" /><Relationship Type="http://schemas.openxmlformats.org/officeDocument/2006/relationships/tableStyles" Target="/ppt/tableStyles.xml" Id="R5e870621de7d4950" /><Relationship Type="http://schemas.openxmlformats.org/officeDocument/2006/relationships/slide" Target="/ppt/slides/slide1.xml" Id="Rfe5ad0ed45b348df" /><Relationship Type="http://schemas.openxmlformats.org/officeDocument/2006/relationships/slide" Target="/ppt/slides/slide2.xml" Id="R94d5a6c7f83a4d45" /><Relationship Type="http://schemas.openxmlformats.org/officeDocument/2006/relationships/slide" Target="/ppt/slides/slide3.xml" Id="R0272fe55220c4804" /><Relationship Type="http://schemas.openxmlformats.org/officeDocument/2006/relationships/slide" Target="/ppt/slides/slide4.xml" Id="R2df12e24a22e4c70" /><Relationship Type="http://schemas.openxmlformats.org/officeDocument/2006/relationships/slide" Target="/ppt/slides/slide5.xml" Id="R7064ab707f5c4a79" /><Relationship Type="http://schemas.openxmlformats.org/officeDocument/2006/relationships/slide" Target="/ppt/slides/slide6.xml" Id="R7c99f31045da4973" /><Relationship Type="http://schemas.openxmlformats.org/officeDocument/2006/relationships/slide" Target="/ppt/slides/slide7.xml" Id="R94f94a7ef89c4dd2" /><Relationship Type="http://schemas.openxmlformats.org/officeDocument/2006/relationships/slide" Target="/ppt/slides/slide8.xml" Id="R0593ef5f19824046" /><Relationship Type="http://schemas.openxmlformats.org/officeDocument/2006/relationships/slide" Target="/ppt/slides/slide9.xml" Id="R6fc6939d05324f25" /><Relationship Type="http://schemas.openxmlformats.org/officeDocument/2006/relationships/slide" Target="/ppt/slides/slide10.xml" Id="R14500053955a4dfa" /><Relationship Type="http://schemas.openxmlformats.org/officeDocument/2006/relationships/slide" Target="/ppt/slides/slide11.xml" Id="R8458df2f69304679" /><Relationship Type="http://schemas.openxmlformats.org/officeDocument/2006/relationships/slide" Target="/ppt/slides/slide12.xml" Id="R5dfd690e1def43bd" /><Relationship Type="http://schemas.openxmlformats.org/officeDocument/2006/relationships/slide" Target="/ppt/slides/slide13.xml" Id="R614da916a3be4827" /><Relationship Type="http://schemas.openxmlformats.org/officeDocument/2006/relationships/slide" Target="/ppt/slides/slide14.xml" Id="Rc63656bba6d342b4" /><Relationship Type="http://schemas.openxmlformats.org/officeDocument/2006/relationships/slide" Target="/ppt/slides/slide15.xml" Id="R982f002c433d410b" /><Relationship Type="http://schemas.openxmlformats.org/officeDocument/2006/relationships/slide" Target="/ppt/slides/slide16.xml" Id="R5970eb35b0784d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7b05f273064b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98176aaa1e4229" /><Relationship Type="http://schemas.openxmlformats.org/officeDocument/2006/relationships/notesMaster" Target="/ppt/notesMasters/notesMaster1.xml" Id="R2e7e0b1a7b2241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88b64cf96f4bee" /><Relationship Type="http://schemas.openxmlformats.org/officeDocument/2006/relationships/notesMaster" Target="/ppt/notesMasters/notesMaster1.xml" Id="R5ec04a008b3946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d50812d8fc4707" /><Relationship Type="http://schemas.openxmlformats.org/officeDocument/2006/relationships/notesMaster" Target="/ppt/notesMasters/notesMaster1.xml" Id="Ra8e4a5e32f9e4f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5a3979f40e4aa8" /><Relationship Type="http://schemas.openxmlformats.org/officeDocument/2006/relationships/notesMaster" Target="/ppt/notesMasters/notesMaster1.xml" Id="Rb3baab75e9904c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ecd6c5146f4aed" /><Relationship Type="http://schemas.openxmlformats.org/officeDocument/2006/relationships/notesMaster" Target="/ppt/notesMasters/notesMaster1.xml" Id="Rd78e84a29d8e48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28960344c04bb8" /><Relationship Type="http://schemas.openxmlformats.org/officeDocument/2006/relationships/notesMaster" Target="/ppt/notesMasters/notesMaster1.xml" Id="Rac40218606be4f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389176d1e849d3" /><Relationship Type="http://schemas.openxmlformats.org/officeDocument/2006/relationships/notesMaster" Target="/ppt/notesMasters/notesMaster1.xml" Id="R0a023520c6e341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732c4d62ee4cda" /><Relationship Type="http://schemas.openxmlformats.org/officeDocument/2006/relationships/notesMaster" Target="/ppt/notesMasters/notesMaster1.xml" Id="R75003867d60c45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e9613f85eb4f81" /><Relationship Type="http://schemas.openxmlformats.org/officeDocument/2006/relationships/notesMaster" Target="/ppt/notesMasters/notesMaster1.xml" Id="R8778c7fe693946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6a6425df6b47ce" /><Relationship Type="http://schemas.openxmlformats.org/officeDocument/2006/relationships/notesMaster" Target="/ppt/notesMasters/notesMaster1.xml" Id="Rb7df7cf43dd14e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b9c4ad77694100" /><Relationship Type="http://schemas.openxmlformats.org/officeDocument/2006/relationships/notesMaster" Target="/ppt/notesMasters/notesMaster1.xml" Id="R693a79c5db3f4b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c1398ab8f04872" /><Relationship Type="http://schemas.openxmlformats.org/officeDocument/2006/relationships/notesMaster" Target="/ppt/notesMasters/notesMaster1.xml" Id="R38e5e7aaa44940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db399028f840b3" /><Relationship Type="http://schemas.openxmlformats.org/officeDocument/2006/relationships/notesMaster" Target="/ppt/notesMasters/notesMaster1.xml" Id="R7b43c154aea244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1045f1f6a24942" /><Relationship Type="http://schemas.openxmlformats.org/officeDocument/2006/relationships/notesMaster" Target="/ppt/notesMasters/notesMaster1.xml" Id="Re291285776a24f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bd4980275e476a" /><Relationship Type="http://schemas.openxmlformats.org/officeDocument/2006/relationships/notesMaster" Target="/ppt/notesMasters/notesMaster1.xml" Id="R3d9b9ae203054c5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7f489f40ca4b75" /><Relationship Type="http://schemas.openxmlformats.org/officeDocument/2006/relationships/notesMaster" Target="/ppt/notesMasters/notesMaster1.xml" Id="Ra6b86a5a9f1047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ANA500 Python for Data Science. Acquire through Act. 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  <a:p xmlns:a="http://schemas.openxmlformats.org/drawingml/2006/main">
            <a:r>
              <a:t>https://scikit-learn.org/1.4/modules/generated/sklearn.model_selection.GroupShuffleSplit.html</a:t>
            </a:r>
          </a:p>
          <a:p xmlns:a="http://schemas.openxmlformats.org/drawingml/2006/main">
            <a:r>
              <a:t>https://scikit-learn.org/1.4/modules/generated/sklearn.model_selection.GroupKFold.html</a:t>
            </a:r>
          </a:p>
          <a:p xmlns:a="http://schemas.openxmlformats.org/drawingml/2006/main">
            <a:r>
              <a:t>Methods: https://scikit-learn.org/1.4/modules/generated/sklearn.linear_model.LinearRegression.html</a:t>
            </a:r>
          </a:p>
          <a:p xmlns:a="http://schemas.openxmlformats.org/drawingml/2006/main">
            <a:r>
              <a:t>https://scikit-learn.org/1.4/modules/generated/sklearn.svm.SVR.html</a:t>
            </a:r>
          </a:p>
          <a:p xmlns:a="http://schemas.openxmlformats.org/drawingml/2006/main">
            <a:r>
              <a:t>https://scikit-learn.org/1.4/modules/generated/sklearn.tree.DecisionTreeRegressor.html</a:t>
            </a:r>
          </a:p>
          <a:p xmlns:a="http://schemas.openxmlformats.org/drawingml/2006/main">
            <a:r>
              <a:t>https://scikit-learn.org/1.4/common_pitfalls.html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  <a:p xmlns:a="http://schemas.openxmlformats.org/drawingml/2006/main">
            <a:r>
              <a:t>Methods: https://scikit-learn.org/1.4/modules/generated/sklearn.linear_model.LinearRegression.html</a:t>
            </a:r>
          </a:p>
          <a:p xmlns:a="http://schemas.openxmlformats.org/drawingml/2006/main">
            <a:r>
              <a:t>https://scikit-learn.org/1.4/modules/generated/sklearn.svm.SVR.html</a:t>
            </a:r>
          </a:p>
          <a:p xmlns:a="http://schemas.openxmlformats.org/drawingml/2006/main">
            <a:r>
              <a:t>https://scikit-learn.org/1.4/modules/generated/sklearn.tree.DecisionTreeRegressor.html</a:t>
            </a:r>
          </a:p>
          <a:p xmlns:a="http://schemas.openxmlformats.org/drawingml/2006/main">
            <a:r>
              <a:t>https://scikit-learn.org/1.4/common_pitfalls.html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Micro_Project_3.ipynb; outputs/analysis_summary.json contains the displayed values. Unweighted historical sample; test scores describe one internal holdout. Becker, B., &amp; Kohavi, R. (1996). Adult [Dataset]. UCI Machine Learning Repository. https://doi.org/10.24432/C5XW20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2999f1822140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2759daf2547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024465c7644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f54a8a5da41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53649cbee49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e73e47e01423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7bce413e94b6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8c0a5b7a0496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dfe5b7472439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a51aab03241b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a967d54b749d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784A48-ED60-4C3D-8040-EA420D1376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9950468-0315-4B9D-B09C-8C8C8EBD6A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77C4A60-6695-4CB3-AF2E-ACFA3C0B87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2D2078-2F8D-45FB-9C14-17036DA5D3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DD9676-FA59-4F47-9033-2CFC797637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C04559-4EA9-4030-8CD7-225515C39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4A446E6-DF6C-44D2-BA71-5D6445655C1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F5ECAD-0D49-425E-99BE-4E9A279761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B6268D-3BF4-472B-B1D5-5184896743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BF4C8E-AFA1-48CB-9BE5-583A376604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0CC60D-06AE-4839-A5F6-DB50DF8789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8C870F-1989-4744-AA64-C97EBC3080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33CF60B-312D-4E68-B904-78A68C9AF9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05CA4F-B8D7-4A59-A5BA-74DF90CC1D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1BAD61-51E4-4D1D-8E14-1EB20C0ECB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851454-95B8-455D-BFC1-6C6DA36031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3FBC0B-D342-4647-B5BA-5B6ADF294E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69BC10-2FBB-4372-AE80-21EC4AB47AF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9FE6231-D355-4CB0-AB68-1D21D4EB6A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B01BF01-A233-43E9-8949-BAADCAF957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4EA8DA2-49A7-4CD4-AD2A-B4AE89F09C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9A6AAD-2645-4527-94B3-3A3BECB928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031552-937E-4EAB-883E-C29FBC415B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73455D9-4697-44D3-AB55-9CADBE716D0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258DC7D-BF9A-4F54-AB58-1C49FFA17D7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1D3AE0C-DB47-4E16-828A-3429714FADD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B3C3C45-525E-4801-90AF-776B7EFC5A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3B6704D-F5BC-4598-B7E7-5F53967A67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2D9A6A6-BB3C-4DD0-A205-F8593CED10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B609AA-EE0C-4FE6-8E30-99E91A13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7DA744A-AA0E-40C1-82B4-1865879ADE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1794A4-DA55-49C9-9EE1-51AFA79807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83A595F-05DA-41C2-AFB0-CC51AFDB9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85F4ACF-3F96-4D20-91DE-5A7A89B4A2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D2B232B-2221-443B-9621-C2FFF41601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2970A4F-5257-4439-983C-D802F7190B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85D602-AEC1-494B-9EC8-423C9605B1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2AC75CB-286B-4E0D-946F-B2152E7923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B6FE692-594E-4FE0-A040-69DCF74AAA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4E66829-7538-463B-99D9-8920CBDF40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AB5AFDF-77FC-4354-AF3B-008607F927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77315B-5282-41D1-99A3-2ADE83DA19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477A91-0A20-466E-9CA8-86B63BE8AF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78C2C4C-22CA-4398-A23B-4F068FB5A7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3574D67-2A27-42C6-815E-BE5AD10D36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9BB23AA-5E29-4400-B52D-822F13ED6B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368ADC-B329-411C-AA83-9EEADAE8A9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778A6D9-A5FD-46E3-8F58-CDC4CC4B89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C59857-0725-4AFD-ADA1-93DE6885A9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742F07-D500-4235-A3BD-4E9FA3C926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AB7CF7-F61A-47E7-B601-419FF069E7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18C1B3-4CDE-4267-AF19-9C2FCF8602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D38641-A10F-457F-B6A9-3F574B2B26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A3A314E-DAF4-459C-AF7B-C7347C7639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7BE33E-4004-41A3-B3E6-14272F53B3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1A99DB-D8D6-44B2-B140-B5C0DD6988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1BF21E-4345-40CE-88C3-7C77ECC010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1F20F6-FD42-49EE-AE17-171924F498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4624984578448a" /><Relationship Type="http://schemas.openxmlformats.org/officeDocument/2006/relationships/slideLayout" Target="/ppt/slideLayouts/slideLayout1.xml" Id="R41a6107a0add43d1" /><Relationship Type="http://schemas.openxmlformats.org/officeDocument/2006/relationships/slideLayout" Target="/ppt/slideLayouts/slideLayout2.xml" Id="Rd971dd49ce814e74" /><Relationship Type="http://schemas.openxmlformats.org/officeDocument/2006/relationships/slideLayout" Target="/ppt/slideLayouts/slideLayout3.xml" Id="R14827fb9301948f7" /><Relationship Type="http://schemas.openxmlformats.org/officeDocument/2006/relationships/slideLayout" Target="/ppt/slideLayouts/slideLayout4.xml" Id="R4791808b882a4aeb" /><Relationship Type="http://schemas.openxmlformats.org/officeDocument/2006/relationships/slideLayout" Target="/ppt/slideLayouts/slideLayout5.xml" Id="R327eff51441b4e89" /><Relationship Type="http://schemas.openxmlformats.org/officeDocument/2006/relationships/slideLayout" Target="/ppt/slideLayouts/slideLayout6.xml" Id="R8b2e5975393c4e7a" /><Relationship Type="http://schemas.openxmlformats.org/officeDocument/2006/relationships/slideLayout" Target="/ppt/slideLayouts/slideLayout7.xml" Id="R9d9fbbd7bd7c4614" /><Relationship Type="http://schemas.openxmlformats.org/officeDocument/2006/relationships/slideLayout" Target="/ppt/slideLayouts/slideLayout8.xml" Id="R92de4a6473cd41bc" /><Relationship Type="http://schemas.openxmlformats.org/officeDocument/2006/relationships/slideLayout" Target="/ppt/slideLayouts/slideLayout9.xml" Id="Ra88b022b8d9d4fa6" /><Relationship Type="http://schemas.openxmlformats.org/officeDocument/2006/relationships/slideLayout" Target="/ppt/slideLayouts/slideLayout10.xml" Id="Re17c50e31daa430b" /><Relationship Type="http://schemas.openxmlformats.org/officeDocument/2006/relationships/slideLayout" Target="/ppt/slideLayouts/slideLayout11.xml" Id="R8c4ce67629e7441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0B5F7E3-61B5-4449-80CF-04DA4D37AB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ECFC45A-DECF-4B86-87F6-C12B501A4F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C712EE-4BB3-49D3-9FAF-733EA6255E9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DFC8A3-CA43-47DE-88A0-18EE8FB2D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8CC4C2-DBD2-41A0-8542-0ED48583DA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a6107a0add43d1"/>
    <p:sldLayoutId xmlns:r="http://schemas.openxmlformats.org/officeDocument/2006/relationships" id="2147483650" r:id="Rd971dd49ce814e74"/>
    <p:sldLayoutId xmlns:r="http://schemas.openxmlformats.org/officeDocument/2006/relationships" id="2147483651" r:id="R14827fb9301948f7"/>
    <p:sldLayoutId xmlns:r="http://schemas.openxmlformats.org/officeDocument/2006/relationships" id="2147483652" r:id="R4791808b882a4aeb"/>
    <p:sldLayoutId xmlns:r="http://schemas.openxmlformats.org/officeDocument/2006/relationships" id="2147483653" r:id="R327eff51441b4e89"/>
    <p:sldLayoutId xmlns:r="http://schemas.openxmlformats.org/officeDocument/2006/relationships" id="2147483654" r:id="R8b2e5975393c4e7a"/>
    <p:sldLayoutId xmlns:r="http://schemas.openxmlformats.org/officeDocument/2006/relationships" id="2147483655" r:id="R9d9fbbd7bd7c4614"/>
    <p:sldLayoutId xmlns:r="http://schemas.openxmlformats.org/officeDocument/2006/relationships" id="2147483656" r:id="R92de4a6473cd41bc"/>
    <p:sldLayoutId xmlns:r="http://schemas.openxmlformats.org/officeDocument/2006/relationships" id="2147483657" r:id="Ra88b022b8d9d4fa6"/>
    <p:sldLayoutId xmlns:r="http://schemas.openxmlformats.org/officeDocument/2006/relationships" id="2147483658" r:id="Re17c50e31daa430b"/>
    <p:sldLayoutId xmlns:r="http://schemas.openxmlformats.org/officeDocument/2006/relationships" id="2147483659" r:id="R8c4ce67629e7441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a0f75721a40be" /><Relationship Type="http://schemas.openxmlformats.org/officeDocument/2006/relationships/notesSlide" Target="/ppt/notesSlides/notesSlide1.xml" Id="R670e19a65b1646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dc075b4aa049bc" /><Relationship Type="http://schemas.openxmlformats.org/officeDocument/2006/relationships/notesSlide" Target="/ppt/notesSlides/notesSlide2.xml" Id="R7ddf4922ff5846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62cdca3c5d498f" /><Relationship Type="http://schemas.openxmlformats.org/officeDocument/2006/relationships/notesSlide" Target="/ppt/notesSlides/notesSlide3.xml" Id="R9c038e6603b34b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3f10fb9d2146bc" /><Relationship Type="http://schemas.openxmlformats.org/officeDocument/2006/relationships/notesSlide" Target="/ppt/notesSlides/notesSlide4.xml" Id="R5f82da8cbdf042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eff794a48248e9" /><Relationship Type="http://schemas.openxmlformats.org/officeDocument/2006/relationships/notesSlide" Target="/ppt/notesSlides/notesSlide5.xml" Id="Rdebe09d8203d48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ce5f8f1e29456d" /><Relationship Type="http://schemas.openxmlformats.org/officeDocument/2006/relationships/notesSlide" Target="/ppt/notesSlides/notesSlide6.xml" Id="Re75ae43c3fb84d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2a7fd0ae574710" /><Relationship Type="http://schemas.openxmlformats.org/officeDocument/2006/relationships/notesSlide" Target="/ppt/notesSlides/notesSlide7.xml" Id="R69696f3ab5e841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55dbe1c0fb4fd6" /><Relationship Type="http://schemas.openxmlformats.org/officeDocument/2006/relationships/chart" Target="/ppt/slides/charts/chart1.xml" Id="R459a28ea47e04420" /><Relationship Type="http://schemas.openxmlformats.org/officeDocument/2006/relationships/notesSlide" Target="/ppt/notesSlides/notesSlide8.xml" Id="R9f750961d21741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2239feb1484612" /><Relationship Type="http://schemas.openxmlformats.org/officeDocument/2006/relationships/notesSlide" Target="/ppt/notesSlides/notesSlide9.xml" Id="R3142e1b3494944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d5d971a5a44460" /><Relationship Type="http://schemas.openxmlformats.org/officeDocument/2006/relationships/notesSlide" Target="/ppt/notesSlides/notesSlide10.xml" Id="R47a5e35b4d0e48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a36f7d88a44105" /><Relationship Type="http://schemas.openxmlformats.org/officeDocument/2006/relationships/chart" Target="/ppt/slides/charts/chart2.xml" Id="Rfe329c0fbd044197" /><Relationship Type="http://schemas.openxmlformats.org/officeDocument/2006/relationships/chart" Target="/ppt/slides/charts/chart3.xml" Id="Rfc2731e2ee204d5e" /><Relationship Type="http://schemas.openxmlformats.org/officeDocument/2006/relationships/notesSlide" Target="/ppt/notesSlides/notesSlide11.xml" Id="R6e95f2fb092e44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3131fdee8249bb" /><Relationship Type="http://schemas.openxmlformats.org/officeDocument/2006/relationships/chart" Target="/ppt/slides/charts/chart4.xml" Id="R1f4d4440f74f4578" /><Relationship Type="http://schemas.openxmlformats.org/officeDocument/2006/relationships/notesSlide" Target="/ppt/notesSlides/notesSlide12.xml" Id="Ra075971cd19a4f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e0677d85534aae" /><Relationship Type="http://schemas.openxmlformats.org/officeDocument/2006/relationships/chart" Target="/ppt/slides/charts/chart5.xml" Id="R390fa105c9174b3e" /><Relationship Type="http://schemas.openxmlformats.org/officeDocument/2006/relationships/notesSlide" Target="/ppt/notesSlides/notesSlide13.xml" Id="Ra92ed338fc7b42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87fe15d8874229" /><Relationship Type="http://schemas.openxmlformats.org/officeDocument/2006/relationships/notesSlide" Target="/ppt/notesSlides/notesSlide14.xml" Id="R17540184d0cb45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80f8109db34905" /><Relationship Type="http://schemas.openxmlformats.org/officeDocument/2006/relationships/notesSlide" Target="/ppt/notesSlides/notesSlide15.xml" Id="R9011f4829d914e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c3fb7158574165" /><Relationship Type="http://schemas.openxmlformats.org/officeDocument/2006/relationships/notesSlide" Target="/ppt/notesSlides/notesSlide16.xml" Id="Rd3b9dea2c141434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Training records</c:v>
          </c:tx>
          <c:spPr>
            <a:solidFill xmlns:a="http://schemas.openxmlformats.org/drawingml/2006/main">
              <a:srgbClr val="245E83"/>
            </a:solidFill>
          </c:spPr>
          <c:cat>
            <c:strRef>
              <c:f>'Chart Data'!$A$2:$A$11</c:f>
              <c:strCache>
                <c:ptCount val="10"/>
                <c:pt idx="0">
                  <c:v>1-9</c:v>
                </c:pt>
                <c:pt idx="1">
                  <c:v>10-19</c:v>
                </c:pt>
                <c:pt idx="2">
                  <c:v>20-29</c:v>
                </c:pt>
                <c:pt idx="3">
                  <c:v>30-39</c:v>
                </c:pt>
                <c:pt idx="4">
                  <c:v>40-49</c:v>
                </c:pt>
                <c:pt idx="5">
                  <c:v>50-59</c:v>
                </c:pt>
                <c:pt idx="6">
                  <c:v>60-69</c:v>
                </c:pt>
                <c:pt idx="7">
                  <c:v>70-79</c:v>
                </c:pt>
                <c:pt idx="8">
                  <c:v>80-89</c:v>
                </c:pt>
                <c:pt idx="9">
                  <c:v>90-99</c:v>
                </c:pt>
              </c:strCache>
            </c:strRef>
          </c:cat>
          <c:val>
            <c:numRef>
              <c:f>'Chart Data'!$B$2:$B$11</c:f>
              <c:numCache>
                <c:formatCode>#,##0</c:formatCode>
                <c:ptCount val="10"/>
                <c:pt idx="0">
                  <c:v>380</c:v>
                </c:pt>
                <c:pt idx="1">
                  <c:v>1012</c:v>
                </c:pt>
                <c:pt idx="2">
                  <c:v>1885</c:v>
                </c:pt>
                <c:pt idx="3">
                  <c:v>2967</c:v>
                </c:pt>
                <c:pt idx="4">
                  <c:v>14659</c:v>
                </c:pt>
                <c:pt idx="5">
                  <c:v>3091</c:v>
                </c:pt>
                <c:pt idx="6">
                  <c:v>1438</c:v>
                </c:pt>
                <c:pt idx="7">
                  <c:v>343</c:v>
                </c:pt>
                <c:pt idx="8">
                  <c:v>169</c:v>
                </c:pt>
                <c:pt idx="9">
                  <c:v>104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Weekly hours (10-hour bins)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Training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Test RMSE (hours)</c:v>
          </c:tx>
          <c:spPr>
            <a:solidFill xmlns:a="http://schemas.openxmlformats.org/drawingml/2006/main">
              <a:srgbClr val="245E83"/>
            </a:solidFill>
          </c:spPr>
          <c:cat>
            <c:strRef>
              <c:f>'Chart Data'!$A$2:$A$5</c:f>
              <c:strCache>
                <c:ptCount val="4"/>
                <c:pt idx="0">
                  <c:v>Decision tree</c:v>
                </c:pt>
                <c:pt idx="1">
                  <c:v>SVR</c:v>
                </c:pt>
                <c:pt idx="2">
                  <c:v>Linear regression</c:v>
                </c:pt>
                <c:pt idx="3">
                  <c:v>Mean baseline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10.96403</c:v>
                </c:pt>
                <c:pt idx="1">
                  <c:v>10.889021</c:v>
                </c:pt>
                <c:pt idx="2">
                  <c:v>11.565303</c:v>
                </c:pt>
                <c:pt idx="3">
                  <c:v>12.370886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22222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Test RMSE (hours)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Test MAE (hours)</c:v>
          </c:tx>
          <c:spPr>
            <a:solidFill xmlns:a="http://schemas.openxmlformats.org/drawingml/2006/main">
              <a:srgbClr val="245E83"/>
            </a:solidFill>
          </c:spPr>
          <c:cat>
            <c:strRef>
              <c:f>'Chart Data'!$A$2:$A$5</c:f>
              <c:strCache>
                <c:ptCount val="4"/>
                <c:pt idx="0">
                  <c:v>Decision tree</c:v>
                </c:pt>
                <c:pt idx="1">
                  <c:v>SVR</c:v>
                </c:pt>
                <c:pt idx="2">
                  <c:v>Linear regression</c:v>
                </c:pt>
                <c:pt idx="3">
                  <c:v>Mean baseline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7.493816</c:v>
                </c:pt>
                <c:pt idx="1">
                  <c:v>7.163957</c:v>
                </c:pt>
                <c:pt idx="2">
                  <c:v>7.872572</c:v>
                </c:pt>
                <c:pt idx="3">
                  <c:v>7.607196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22222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Test MAE (hours)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Test predictions</c:v>
          </c:tx>
          <c:spPr>
            <a:solidFill xmlns:a="http://schemas.openxmlformats.org/drawingml/2006/main">
              <a:srgbClr val="AA6520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ns0:solidFill xmlns:ns0="http://schemas.openxmlformats.org/drawingml/2006/main">
                <ns0:srgbClr val="AA6520"/>
              </ns0:solidFill>
              <ns1:ln xmlns:ns1="http://schemas.openxmlformats.org/drawingml/2006/main">
                <ns1:noFill/>
              </ns1:ln>
            </c:spPr>
          </c:marker>
          <c:xVal>
            <c:numRef>
              <c:f>'Chart Data'!$A$2:$A$501</c:f>
              <c:numCache>
                <c:formatCode>0</c:formatCode>
                <c:ptCount val="500"/>
                <c:pt idx="0">
                  <c:v>20</c:v>
                </c:pt>
                <c:pt idx="1">
                  <c:v>40</c:v>
                </c:pt>
                <c:pt idx="2">
                  <c:v>55</c:v>
                </c:pt>
                <c:pt idx="3">
                  <c:v>25</c:v>
                </c:pt>
                <c:pt idx="4">
                  <c:v>50</c:v>
                </c:pt>
                <c:pt idx="5">
                  <c:v>24</c:v>
                </c:pt>
                <c:pt idx="6">
                  <c:v>38</c:v>
                </c:pt>
                <c:pt idx="7">
                  <c:v>40</c:v>
                </c:pt>
                <c:pt idx="8">
                  <c:v>22</c:v>
                </c:pt>
                <c:pt idx="9">
                  <c:v>40</c:v>
                </c:pt>
                <c:pt idx="10">
                  <c:v>37</c:v>
                </c:pt>
                <c:pt idx="11">
                  <c:v>25</c:v>
                </c:pt>
                <c:pt idx="12">
                  <c:v>84</c:v>
                </c:pt>
                <c:pt idx="13">
                  <c:v>42</c:v>
                </c:pt>
                <c:pt idx="14">
                  <c:v>40</c:v>
                </c:pt>
                <c:pt idx="15">
                  <c:v>40</c:v>
                </c:pt>
                <c:pt idx="16">
                  <c:v>50</c:v>
                </c:pt>
                <c:pt idx="17">
                  <c:v>40</c:v>
                </c:pt>
                <c:pt idx="18">
                  <c:v>40</c:v>
                </c:pt>
                <c:pt idx="19">
                  <c:v>40</c:v>
                </c:pt>
                <c:pt idx="20">
                  <c:v>40</c:v>
                </c:pt>
                <c:pt idx="21">
                  <c:v>60</c:v>
                </c:pt>
                <c:pt idx="22">
                  <c:v>20</c:v>
                </c:pt>
                <c:pt idx="23">
                  <c:v>40</c:v>
                </c:pt>
                <c:pt idx="24">
                  <c:v>40</c:v>
                </c:pt>
                <c:pt idx="25">
                  <c:v>40</c:v>
                </c:pt>
                <c:pt idx="26">
                  <c:v>40</c:v>
                </c:pt>
                <c:pt idx="27">
                  <c:v>99</c:v>
                </c:pt>
                <c:pt idx="28">
                  <c:v>44</c:v>
                </c:pt>
                <c:pt idx="29">
                  <c:v>50</c:v>
                </c:pt>
                <c:pt idx="30">
                  <c:v>40</c:v>
                </c:pt>
                <c:pt idx="31">
                  <c:v>70</c:v>
                </c:pt>
                <c:pt idx="32">
                  <c:v>40</c:v>
                </c:pt>
                <c:pt idx="33">
                  <c:v>40</c:v>
                </c:pt>
                <c:pt idx="34">
                  <c:v>30</c:v>
                </c:pt>
                <c:pt idx="35">
                  <c:v>25</c:v>
                </c:pt>
                <c:pt idx="36">
                  <c:v>70</c:v>
                </c:pt>
                <c:pt idx="37">
                  <c:v>40</c:v>
                </c:pt>
                <c:pt idx="38">
                  <c:v>45</c:v>
                </c:pt>
                <c:pt idx="39">
                  <c:v>39</c:v>
                </c:pt>
                <c:pt idx="40">
                  <c:v>20</c:v>
                </c:pt>
                <c:pt idx="41">
                  <c:v>40</c:v>
                </c:pt>
                <c:pt idx="42">
                  <c:v>45</c:v>
                </c:pt>
                <c:pt idx="43">
                  <c:v>35</c:v>
                </c:pt>
                <c:pt idx="44">
                  <c:v>45</c:v>
                </c:pt>
                <c:pt idx="45">
                  <c:v>65</c:v>
                </c:pt>
                <c:pt idx="46">
                  <c:v>15</c:v>
                </c:pt>
                <c:pt idx="47">
                  <c:v>40</c:v>
                </c:pt>
                <c:pt idx="48">
                  <c:v>40</c:v>
                </c:pt>
                <c:pt idx="49">
                  <c:v>70</c:v>
                </c:pt>
                <c:pt idx="50">
                  <c:v>15</c:v>
                </c:pt>
                <c:pt idx="51">
                  <c:v>45</c:v>
                </c:pt>
                <c:pt idx="52">
                  <c:v>60</c:v>
                </c:pt>
                <c:pt idx="53">
                  <c:v>40</c:v>
                </c:pt>
                <c:pt idx="54">
                  <c:v>40</c:v>
                </c:pt>
                <c:pt idx="55">
                  <c:v>15</c:v>
                </c:pt>
                <c:pt idx="56">
                  <c:v>50</c:v>
                </c:pt>
                <c:pt idx="57">
                  <c:v>40</c:v>
                </c:pt>
                <c:pt idx="58">
                  <c:v>40</c:v>
                </c:pt>
                <c:pt idx="59">
                  <c:v>20</c:v>
                </c:pt>
                <c:pt idx="60">
                  <c:v>40</c:v>
                </c:pt>
                <c:pt idx="61">
                  <c:v>32</c:v>
                </c:pt>
                <c:pt idx="62">
                  <c:v>99</c:v>
                </c:pt>
                <c:pt idx="63">
                  <c:v>40</c:v>
                </c:pt>
                <c:pt idx="64">
                  <c:v>50</c:v>
                </c:pt>
                <c:pt idx="65">
                  <c:v>40</c:v>
                </c:pt>
                <c:pt idx="66">
                  <c:v>16</c:v>
                </c:pt>
                <c:pt idx="67">
                  <c:v>55</c:v>
                </c:pt>
                <c:pt idx="68">
                  <c:v>60</c:v>
                </c:pt>
                <c:pt idx="69">
                  <c:v>45</c:v>
                </c:pt>
                <c:pt idx="70">
                  <c:v>56</c:v>
                </c:pt>
                <c:pt idx="71">
                  <c:v>40</c:v>
                </c:pt>
                <c:pt idx="72">
                  <c:v>50</c:v>
                </c:pt>
                <c:pt idx="73">
                  <c:v>35</c:v>
                </c:pt>
                <c:pt idx="74">
                  <c:v>40</c:v>
                </c:pt>
                <c:pt idx="75">
                  <c:v>40</c:v>
                </c:pt>
                <c:pt idx="76">
                  <c:v>40</c:v>
                </c:pt>
                <c:pt idx="77">
                  <c:v>22</c:v>
                </c:pt>
                <c:pt idx="78">
                  <c:v>46</c:v>
                </c:pt>
                <c:pt idx="79">
                  <c:v>50</c:v>
                </c:pt>
                <c:pt idx="80">
                  <c:v>55</c:v>
                </c:pt>
                <c:pt idx="81">
                  <c:v>40</c:v>
                </c:pt>
                <c:pt idx="82">
                  <c:v>50</c:v>
                </c:pt>
                <c:pt idx="83">
                  <c:v>40</c:v>
                </c:pt>
                <c:pt idx="84">
                  <c:v>25</c:v>
                </c:pt>
                <c:pt idx="85">
                  <c:v>40</c:v>
                </c:pt>
                <c:pt idx="86">
                  <c:v>40</c:v>
                </c:pt>
                <c:pt idx="87">
                  <c:v>52</c:v>
                </c:pt>
                <c:pt idx="88">
                  <c:v>38</c:v>
                </c:pt>
                <c:pt idx="89">
                  <c:v>30</c:v>
                </c:pt>
                <c:pt idx="90">
                  <c:v>40</c:v>
                </c:pt>
                <c:pt idx="91">
                  <c:v>40</c:v>
                </c:pt>
                <c:pt idx="92">
                  <c:v>40</c:v>
                </c:pt>
                <c:pt idx="93">
                  <c:v>50</c:v>
                </c:pt>
                <c:pt idx="94">
                  <c:v>40</c:v>
                </c:pt>
                <c:pt idx="95">
                  <c:v>40</c:v>
                </c:pt>
                <c:pt idx="96">
                  <c:v>48</c:v>
                </c:pt>
                <c:pt idx="97">
                  <c:v>40</c:v>
                </c:pt>
                <c:pt idx="98">
                  <c:v>45</c:v>
                </c:pt>
                <c:pt idx="99">
                  <c:v>40</c:v>
                </c:pt>
                <c:pt idx="100">
                  <c:v>50</c:v>
                </c:pt>
                <c:pt idx="101">
                  <c:v>40</c:v>
                </c:pt>
                <c:pt idx="102">
                  <c:v>40</c:v>
                </c:pt>
                <c:pt idx="103">
                  <c:v>40</c:v>
                </c:pt>
                <c:pt idx="104">
                  <c:v>40</c:v>
                </c:pt>
                <c:pt idx="105">
                  <c:v>45</c:v>
                </c:pt>
                <c:pt idx="106">
                  <c:v>40</c:v>
                </c:pt>
                <c:pt idx="107">
                  <c:v>40</c:v>
                </c:pt>
                <c:pt idx="108">
                  <c:v>40</c:v>
                </c:pt>
                <c:pt idx="109">
                  <c:v>40</c:v>
                </c:pt>
                <c:pt idx="110">
                  <c:v>40</c:v>
                </c:pt>
                <c:pt idx="111">
                  <c:v>40</c:v>
                </c:pt>
                <c:pt idx="112">
                  <c:v>30</c:v>
                </c:pt>
                <c:pt idx="113">
                  <c:v>40</c:v>
                </c:pt>
                <c:pt idx="114">
                  <c:v>32</c:v>
                </c:pt>
                <c:pt idx="115">
                  <c:v>40</c:v>
                </c:pt>
                <c:pt idx="116">
                  <c:v>4</c:v>
                </c:pt>
                <c:pt idx="117">
                  <c:v>20</c:v>
                </c:pt>
                <c:pt idx="118">
                  <c:v>55</c:v>
                </c:pt>
                <c:pt idx="119">
                  <c:v>50</c:v>
                </c:pt>
                <c:pt idx="120">
                  <c:v>50</c:v>
                </c:pt>
                <c:pt idx="121">
                  <c:v>40</c:v>
                </c:pt>
                <c:pt idx="122">
                  <c:v>40</c:v>
                </c:pt>
                <c:pt idx="123">
                  <c:v>50</c:v>
                </c:pt>
                <c:pt idx="124">
                  <c:v>44</c:v>
                </c:pt>
                <c:pt idx="125">
                  <c:v>40</c:v>
                </c:pt>
                <c:pt idx="126">
                  <c:v>55</c:v>
                </c:pt>
                <c:pt idx="127">
                  <c:v>45</c:v>
                </c:pt>
                <c:pt idx="128">
                  <c:v>52</c:v>
                </c:pt>
                <c:pt idx="129">
                  <c:v>32</c:v>
                </c:pt>
                <c:pt idx="130">
                  <c:v>50</c:v>
                </c:pt>
                <c:pt idx="131">
                  <c:v>35</c:v>
                </c:pt>
                <c:pt idx="132">
                  <c:v>50</c:v>
                </c:pt>
                <c:pt idx="133">
                  <c:v>25</c:v>
                </c:pt>
                <c:pt idx="134">
                  <c:v>64</c:v>
                </c:pt>
                <c:pt idx="135">
                  <c:v>40</c:v>
                </c:pt>
                <c:pt idx="136">
                  <c:v>50</c:v>
                </c:pt>
                <c:pt idx="137">
                  <c:v>40</c:v>
                </c:pt>
                <c:pt idx="138">
                  <c:v>40</c:v>
                </c:pt>
                <c:pt idx="139">
                  <c:v>40</c:v>
                </c:pt>
                <c:pt idx="140">
                  <c:v>40</c:v>
                </c:pt>
                <c:pt idx="141">
                  <c:v>45</c:v>
                </c:pt>
                <c:pt idx="142">
                  <c:v>40</c:v>
                </c:pt>
                <c:pt idx="143">
                  <c:v>40</c:v>
                </c:pt>
                <c:pt idx="144">
                  <c:v>30</c:v>
                </c:pt>
                <c:pt idx="145">
                  <c:v>15</c:v>
                </c:pt>
                <c:pt idx="146">
                  <c:v>40</c:v>
                </c:pt>
                <c:pt idx="147">
                  <c:v>40</c:v>
                </c:pt>
                <c:pt idx="148">
                  <c:v>40</c:v>
                </c:pt>
                <c:pt idx="149">
                  <c:v>38</c:v>
                </c:pt>
                <c:pt idx="150">
                  <c:v>50</c:v>
                </c:pt>
                <c:pt idx="151">
                  <c:v>50</c:v>
                </c:pt>
                <c:pt idx="152">
                  <c:v>40</c:v>
                </c:pt>
                <c:pt idx="153">
                  <c:v>40</c:v>
                </c:pt>
                <c:pt idx="154">
                  <c:v>40</c:v>
                </c:pt>
                <c:pt idx="155">
                  <c:v>43</c:v>
                </c:pt>
                <c:pt idx="156">
                  <c:v>40</c:v>
                </c:pt>
                <c:pt idx="157">
                  <c:v>25</c:v>
                </c:pt>
                <c:pt idx="158">
                  <c:v>45</c:v>
                </c:pt>
                <c:pt idx="159">
                  <c:v>40</c:v>
                </c:pt>
                <c:pt idx="160">
                  <c:v>40</c:v>
                </c:pt>
                <c:pt idx="161">
                  <c:v>40</c:v>
                </c:pt>
                <c:pt idx="162">
                  <c:v>45</c:v>
                </c:pt>
                <c:pt idx="163">
                  <c:v>43</c:v>
                </c:pt>
                <c:pt idx="164">
                  <c:v>40</c:v>
                </c:pt>
                <c:pt idx="165">
                  <c:v>55</c:v>
                </c:pt>
                <c:pt idx="166">
                  <c:v>40</c:v>
                </c:pt>
                <c:pt idx="167">
                  <c:v>40</c:v>
                </c:pt>
                <c:pt idx="168">
                  <c:v>80</c:v>
                </c:pt>
                <c:pt idx="169">
                  <c:v>40</c:v>
                </c:pt>
                <c:pt idx="170">
                  <c:v>35</c:v>
                </c:pt>
                <c:pt idx="171">
                  <c:v>55</c:v>
                </c:pt>
                <c:pt idx="172">
                  <c:v>45</c:v>
                </c:pt>
                <c:pt idx="173">
                  <c:v>40</c:v>
                </c:pt>
                <c:pt idx="174">
                  <c:v>30</c:v>
                </c:pt>
                <c:pt idx="175">
                  <c:v>30</c:v>
                </c:pt>
                <c:pt idx="176">
                  <c:v>45</c:v>
                </c:pt>
                <c:pt idx="177">
                  <c:v>50</c:v>
                </c:pt>
                <c:pt idx="178">
                  <c:v>40</c:v>
                </c:pt>
                <c:pt idx="179">
                  <c:v>40</c:v>
                </c:pt>
                <c:pt idx="180">
                  <c:v>44</c:v>
                </c:pt>
                <c:pt idx="181">
                  <c:v>15</c:v>
                </c:pt>
                <c:pt idx="182">
                  <c:v>35</c:v>
                </c:pt>
                <c:pt idx="183">
                  <c:v>40</c:v>
                </c:pt>
                <c:pt idx="184">
                  <c:v>46</c:v>
                </c:pt>
                <c:pt idx="185">
                  <c:v>40</c:v>
                </c:pt>
                <c:pt idx="186">
                  <c:v>55</c:v>
                </c:pt>
                <c:pt idx="187">
                  <c:v>23</c:v>
                </c:pt>
                <c:pt idx="188">
                  <c:v>55</c:v>
                </c:pt>
                <c:pt idx="189">
                  <c:v>40</c:v>
                </c:pt>
                <c:pt idx="190">
                  <c:v>40</c:v>
                </c:pt>
                <c:pt idx="191">
                  <c:v>30</c:v>
                </c:pt>
                <c:pt idx="192">
                  <c:v>40</c:v>
                </c:pt>
                <c:pt idx="193">
                  <c:v>45</c:v>
                </c:pt>
                <c:pt idx="194">
                  <c:v>40</c:v>
                </c:pt>
                <c:pt idx="195">
                  <c:v>50</c:v>
                </c:pt>
                <c:pt idx="196">
                  <c:v>40</c:v>
                </c:pt>
                <c:pt idx="197">
                  <c:v>40</c:v>
                </c:pt>
                <c:pt idx="198">
                  <c:v>46</c:v>
                </c:pt>
                <c:pt idx="199">
                  <c:v>40</c:v>
                </c:pt>
                <c:pt idx="200">
                  <c:v>50</c:v>
                </c:pt>
                <c:pt idx="201">
                  <c:v>60</c:v>
                </c:pt>
                <c:pt idx="202">
                  <c:v>40</c:v>
                </c:pt>
                <c:pt idx="203">
                  <c:v>40</c:v>
                </c:pt>
                <c:pt idx="204">
                  <c:v>50</c:v>
                </c:pt>
                <c:pt idx="205">
                  <c:v>40</c:v>
                </c:pt>
                <c:pt idx="206">
                  <c:v>20</c:v>
                </c:pt>
                <c:pt idx="207">
                  <c:v>40</c:v>
                </c:pt>
                <c:pt idx="208">
                  <c:v>70</c:v>
                </c:pt>
                <c:pt idx="209">
                  <c:v>35</c:v>
                </c:pt>
                <c:pt idx="210">
                  <c:v>67</c:v>
                </c:pt>
                <c:pt idx="211">
                  <c:v>40</c:v>
                </c:pt>
                <c:pt idx="212">
                  <c:v>50</c:v>
                </c:pt>
                <c:pt idx="213">
                  <c:v>25</c:v>
                </c:pt>
                <c:pt idx="214">
                  <c:v>40</c:v>
                </c:pt>
                <c:pt idx="215">
                  <c:v>15</c:v>
                </c:pt>
                <c:pt idx="216">
                  <c:v>40</c:v>
                </c:pt>
                <c:pt idx="217">
                  <c:v>35</c:v>
                </c:pt>
                <c:pt idx="218">
                  <c:v>35</c:v>
                </c:pt>
                <c:pt idx="219">
                  <c:v>40</c:v>
                </c:pt>
                <c:pt idx="220">
                  <c:v>40</c:v>
                </c:pt>
                <c:pt idx="221">
                  <c:v>8</c:v>
                </c:pt>
                <c:pt idx="222">
                  <c:v>56</c:v>
                </c:pt>
                <c:pt idx="223">
                  <c:v>60</c:v>
                </c:pt>
                <c:pt idx="224">
                  <c:v>45</c:v>
                </c:pt>
                <c:pt idx="225">
                  <c:v>40</c:v>
                </c:pt>
                <c:pt idx="226">
                  <c:v>40</c:v>
                </c:pt>
                <c:pt idx="227">
                  <c:v>42</c:v>
                </c:pt>
                <c:pt idx="228">
                  <c:v>50</c:v>
                </c:pt>
                <c:pt idx="229">
                  <c:v>60</c:v>
                </c:pt>
                <c:pt idx="230">
                  <c:v>50</c:v>
                </c:pt>
                <c:pt idx="231">
                  <c:v>40</c:v>
                </c:pt>
                <c:pt idx="232">
                  <c:v>40</c:v>
                </c:pt>
                <c:pt idx="233">
                  <c:v>44</c:v>
                </c:pt>
                <c:pt idx="234">
                  <c:v>40</c:v>
                </c:pt>
                <c:pt idx="235">
                  <c:v>40</c:v>
                </c:pt>
                <c:pt idx="236">
                  <c:v>50</c:v>
                </c:pt>
                <c:pt idx="237">
                  <c:v>40</c:v>
                </c:pt>
                <c:pt idx="238">
                  <c:v>50</c:v>
                </c:pt>
                <c:pt idx="239">
                  <c:v>45</c:v>
                </c:pt>
                <c:pt idx="240">
                  <c:v>50</c:v>
                </c:pt>
                <c:pt idx="241">
                  <c:v>40</c:v>
                </c:pt>
                <c:pt idx="242">
                  <c:v>32</c:v>
                </c:pt>
                <c:pt idx="243">
                  <c:v>44</c:v>
                </c:pt>
                <c:pt idx="244">
                  <c:v>55</c:v>
                </c:pt>
                <c:pt idx="245">
                  <c:v>40</c:v>
                </c:pt>
                <c:pt idx="246">
                  <c:v>60</c:v>
                </c:pt>
                <c:pt idx="247">
                  <c:v>40</c:v>
                </c:pt>
                <c:pt idx="248">
                  <c:v>40</c:v>
                </c:pt>
                <c:pt idx="249">
                  <c:v>36</c:v>
                </c:pt>
                <c:pt idx="250">
                  <c:v>20</c:v>
                </c:pt>
                <c:pt idx="251">
                  <c:v>10</c:v>
                </c:pt>
                <c:pt idx="252">
                  <c:v>40</c:v>
                </c:pt>
                <c:pt idx="253">
                  <c:v>40</c:v>
                </c:pt>
                <c:pt idx="254">
                  <c:v>40</c:v>
                </c:pt>
                <c:pt idx="255">
                  <c:v>40</c:v>
                </c:pt>
                <c:pt idx="256">
                  <c:v>45</c:v>
                </c:pt>
                <c:pt idx="257">
                  <c:v>55</c:v>
                </c:pt>
                <c:pt idx="258">
                  <c:v>20</c:v>
                </c:pt>
                <c:pt idx="259">
                  <c:v>40</c:v>
                </c:pt>
                <c:pt idx="260">
                  <c:v>35</c:v>
                </c:pt>
                <c:pt idx="261">
                  <c:v>40</c:v>
                </c:pt>
                <c:pt idx="262">
                  <c:v>40</c:v>
                </c:pt>
                <c:pt idx="263">
                  <c:v>40</c:v>
                </c:pt>
                <c:pt idx="264">
                  <c:v>40</c:v>
                </c:pt>
                <c:pt idx="265">
                  <c:v>40</c:v>
                </c:pt>
                <c:pt idx="266">
                  <c:v>40</c:v>
                </c:pt>
                <c:pt idx="267">
                  <c:v>55</c:v>
                </c:pt>
                <c:pt idx="268">
                  <c:v>40</c:v>
                </c:pt>
                <c:pt idx="269">
                  <c:v>32</c:v>
                </c:pt>
                <c:pt idx="270">
                  <c:v>40</c:v>
                </c:pt>
                <c:pt idx="271">
                  <c:v>40</c:v>
                </c:pt>
                <c:pt idx="272">
                  <c:v>35</c:v>
                </c:pt>
                <c:pt idx="273">
                  <c:v>40</c:v>
                </c:pt>
                <c:pt idx="274">
                  <c:v>40</c:v>
                </c:pt>
                <c:pt idx="275">
                  <c:v>40</c:v>
                </c:pt>
                <c:pt idx="276">
                  <c:v>40</c:v>
                </c:pt>
                <c:pt idx="277">
                  <c:v>40</c:v>
                </c:pt>
                <c:pt idx="278">
                  <c:v>50</c:v>
                </c:pt>
                <c:pt idx="279">
                  <c:v>48</c:v>
                </c:pt>
                <c:pt idx="280">
                  <c:v>40</c:v>
                </c:pt>
                <c:pt idx="281">
                  <c:v>37</c:v>
                </c:pt>
                <c:pt idx="282">
                  <c:v>40</c:v>
                </c:pt>
                <c:pt idx="283">
                  <c:v>40</c:v>
                </c:pt>
                <c:pt idx="284">
                  <c:v>40</c:v>
                </c:pt>
                <c:pt idx="285">
                  <c:v>40</c:v>
                </c:pt>
                <c:pt idx="286">
                  <c:v>40</c:v>
                </c:pt>
                <c:pt idx="287">
                  <c:v>43</c:v>
                </c:pt>
                <c:pt idx="288">
                  <c:v>55</c:v>
                </c:pt>
                <c:pt idx="289">
                  <c:v>50</c:v>
                </c:pt>
                <c:pt idx="290">
                  <c:v>50</c:v>
                </c:pt>
                <c:pt idx="291">
                  <c:v>40</c:v>
                </c:pt>
                <c:pt idx="292">
                  <c:v>50</c:v>
                </c:pt>
                <c:pt idx="293">
                  <c:v>40</c:v>
                </c:pt>
                <c:pt idx="294">
                  <c:v>40</c:v>
                </c:pt>
                <c:pt idx="295">
                  <c:v>40</c:v>
                </c:pt>
                <c:pt idx="296">
                  <c:v>40</c:v>
                </c:pt>
                <c:pt idx="297">
                  <c:v>30</c:v>
                </c:pt>
                <c:pt idx="298">
                  <c:v>25</c:v>
                </c:pt>
                <c:pt idx="299">
                  <c:v>40</c:v>
                </c:pt>
                <c:pt idx="300">
                  <c:v>30</c:v>
                </c:pt>
                <c:pt idx="301">
                  <c:v>40</c:v>
                </c:pt>
                <c:pt idx="302">
                  <c:v>30</c:v>
                </c:pt>
                <c:pt idx="303">
                  <c:v>30</c:v>
                </c:pt>
                <c:pt idx="304">
                  <c:v>50</c:v>
                </c:pt>
                <c:pt idx="305">
                  <c:v>60</c:v>
                </c:pt>
                <c:pt idx="306">
                  <c:v>40</c:v>
                </c:pt>
                <c:pt idx="307">
                  <c:v>64</c:v>
                </c:pt>
                <c:pt idx="308">
                  <c:v>37</c:v>
                </c:pt>
                <c:pt idx="309">
                  <c:v>60</c:v>
                </c:pt>
                <c:pt idx="310">
                  <c:v>45</c:v>
                </c:pt>
                <c:pt idx="311">
                  <c:v>20</c:v>
                </c:pt>
                <c:pt idx="312">
                  <c:v>25</c:v>
                </c:pt>
                <c:pt idx="313">
                  <c:v>40</c:v>
                </c:pt>
                <c:pt idx="314">
                  <c:v>40</c:v>
                </c:pt>
                <c:pt idx="315">
                  <c:v>40</c:v>
                </c:pt>
                <c:pt idx="316">
                  <c:v>60</c:v>
                </c:pt>
                <c:pt idx="317">
                  <c:v>40</c:v>
                </c:pt>
                <c:pt idx="318">
                  <c:v>29</c:v>
                </c:pt>
                <c:pt idx="319">
                  <c:v>40</c:v>
                </c:pt>
                <c:pt idx="320">
                  <c:v>32</c:v>
                </c:pt>
                <c:pt idx="321">
                  <c:v>40</c:v>
                </c:pt>
                <c:pt idx="322">
                  <c:v>40</c:v>
                </c:pt>
                <c:pt idx="323">
                  <c:v>25</c:v>
                </c:pt>
                <c:pt idx="324">
                  <c:v>40</c:v>
                </c:pt>
                <c:pt idx="325">
                  <c:v>55</c:v>
                </c:pt>
                <c:pt idx="326">
                  <c:v>40</c:v>
                </c:pt>
                <c:pt idx="327">
                  <c:v>40</c:v>
                </c:pt>
                <c:pt idx="328">
                  <c:v>56</c:v>
                </c:pt>
                <c:pt idx="329">
                  <c:v>52</c:v>
                </c:pt>
                <c:pt idx="330">
                  <c:v>40</c:v>
                </c:pt>
                <c:pt idx="331">
                  <c:v>40</c:v>
                </c:pt>
                <c:pt idx="332">
                  <c:v>24</c:v>
                </c:pt>
                <c:pt idx="333">
                  <c:v>50</c:v>
                </c:pt>
                <c:pt idx="334">
                  <c:v>15</c:v>
                </c:pt>
                <c:pt idx="335">
                  <c:v>40</c:v>
                </c:pt>
                <c:pt idx="336">
                  <c:v>40</c:v>
                </c:pt>
                <c:pt idx="337">
                  <c:v>65</c:v>
                </c:pt>
                <c:pt idx="338">
                  <c:v>30</c:v>
                </c:pt>
                <c:pt idx="339">
                  <c:v>43</c:v>
                </c:pt>
                <c:pt idx="340">
                  <c:v>40</c:v>
                </c:pt>
                <c:pt idx="341">
                  <c:v>40</c:v>
                </c:pt>
                <c:pt idx="342">
                  <c:v>40</c:v>
                </c:pt>
                <c:pt idx="343">
                  <c:v>80</c:v>
                </c:pt>
                <c:pt idx="344">
                  <c:v>70</c:v>
                </c:pt>
                <c:pt idx="345">
                  <c:v>30</c:v>
                </c:pt>
                <c:pt idx="346">
                  <c:v>48</c:v>
                </c:pt>
                <c:pt idx="347">
                  <c:v>40</c:v>
                </c:pt>
                <c:pt idx="348">
                  <c:v>40</c:v>
                </c:pt>
                <c:pt idx="349">
                  <c:v>48</c:v>
                </c:pt>
                <c:pt idx="350">
                  <c:v>40</c:v>
                </c:pt>
                <c:pt idx="351">
                  <c:v>35</c:v>
                </c:pt>
                <c:pt idx="352">
                  <c:v>45</c:v>
                </c:pt>
                <c:pt idx="353">
                  <c:v>40</c:v>
                </c:pt>
                <c:pt idx="354">
                  <c:v>40</c:v>
                </c:pt>
                <c:pt idx="355">
                  <c:v>36</c:v>
                </c:pt>
                <c:pt idx="356">
                  <c:v>40</c:v>
                </c:pt>
                <c:pt idx="357">
                  <c:v>30</c:v>
                </c:pt>
                <c:pt idx="358">
                  <c:v>40</c:v>
                </c:pt>
                <c:pt idx="359">
                  <c:v>40</c:v>
                </c:pt>
                <c:pt idx="360">
                  <c:v>32</c:v>
                </c:pt>
                <c:pt idx="361">
                  <c:v>20</c:v>
                </c:pt>
                <c:pt idx="362">
                  <c:v>40</c:v>
                </c:pt>
                <c:pt idx="363">
                  <c:v>40</c:v>
                </c:pt>
                <c:pt idx="364">
                  <c:v>40</c:v>
                </c:pt>
                <c:pt idx="365">
                  <c:v>40</c:v>
                </c:pt>
                <c:pt idx="366">
                  <c:v>40</c:v>
                </c:pt>
                <c:pt idx="367">
                  <c:v>50</c:v>
                </c:pt>
                <c:pt idx="368">
                  <c:v>50</c:v>
                </c:pt>
                <c:pt idx="369">
                  <c:v>40</c:v>
                </c:pt>
                <c:pt idx="370">
                  <c:v>40</c:v>
                </c:pt>
                <c:pt idx="371">
                  <c:v>48</c:v>
                </c:pt>
                <c:pt idx="372">
                  <c:v>60</c:v>
                </c:pt>
                <c:pt idx="373">
                  <c:v>20</c:v>
                </c:pt>
                <c:pt idx="374">
                  <c:v>35</c:v>
                </c:pt>
                <c:pt idx="375">
                  <c:v>40</c:v>
                </c:pt>
                <c:pt idx="376">
                  <c:v>40</c:v>
                </c:pt>
                <c:pt idx="377">
                  <c:v>40</c:v>
                </c:pt>
                <c:pt idx="378">
                  <c:v>42</c:v>
                </c:pt>
                <c:pt idx="379">
                  <c:v>40</c:v>
                </c:pt>
                <c:pt idx="380">
                  <c:v>60</c:v>
                </c:pt>
                <c:pt idx="381">
                  <c:v>46</c:v>
                </c:pt>
                <c:pt idx="382">
                  <c:v>20</c:v>
                </c:pt>
                <c:pt idx="383">
                  <c:v>25</c:v>
                </c:pt>
                <c:pt idx="384">
                  <c:v>30</c:v>
                </c:pt>
                <c:pt idx="385">
                  <c:v>40</c:v>
                </c:pt>
                <c:pt idx="386">
                  <c:v>40</c:v>
                </c:pt>
                <c:pt idx="387">
                  <c:v>50</c:v>
                </c:pt>
                <c:pt idx="388">
                  <c:v>40</c:v>
                </c:pt>
                <c:pt idx="389">
                  <c:v>5</c:v>
                </c:pt>
                <c:pt idx="390">
                  <c:v>39</c:v>
                </c:pt>
                <c:pt idx="391">
                  <c:v>40</c:v>
                </c:pt>
                <c:pt idx="392">
                  <c:v>42</c:v>
                </c:pt>
                <c:pt idx="393">
                  <c:v>40</c:v>
                </c:pt>
                <c:pt idx="394">
                  <c:v>60</c:v>
                </c:pt>
                <c:pt idx="395">
                  <c:v>40</c:v>
                </c:pt>
                <c:pt idx="396">
                  <c:v>60</c:v>
                </c:pt>
                <c:pt idx="397">
                  <c:v>40</c:v>
                </c:pt>
                <c:pt idx="398">
                  <c:v>28</c:v>
                </c:pt>
                <c:pt idx="399">
                  <c:v>10</c:v>
                </c:pt>
                <c:pt idx="400">
                  <c:v>30</c:v>
                </c:pt>
                <c:pt idx="401">
                  <c:v>40</c:v>
                </c:pt>
                <c:pt idx="402">
                  <c:v>40</c:v>
                </c:pt>
                <c:pt idx="403">
                  <c:v>20</c:v>
                </c:pt>
                <c:pt idx="404">
                  <c:v>40</c:v>
                </c:pt>
                <c:pt idx="405">
                  <c:v>25</c:v>
                </c:pt>
                <c:pt idx="406">
                  <c:v>40</c:v>
                </c:pt>
                <c:pt idx="407">
                  <c:v>40</c:v>
                </c:pt>
                <c:pt idx="408">
                  <c:v>37</c:v>
                </c:pt>
                <c:pt idx="409">
                  <c:v>40</c:v>
                </c:pt>
                <c:pt idx="410">
                  <c:v>35</c:v>
                </c:pt>
                <c:pt idx="411">
                  <c:v>45</c:v>
                </c:pt>
                <c:pt idx="412">
                  <c:v>40</c:v>
                </c:pt>
                <c:pt idx="413">
                  <c:v>19</c:v>
                </c:pt>
                <c:pt idx="414">
                  <c:v>40</c:v>
                </c:pt>
                <c:pt idx="415">
                  <c:v>40</c:v>
                </c:pt>
                <c:pt idx="416">
                  <c:v>40</c:v>
                </c:pt>
                <c:pt idx="417">
                  <c:v>50</c:v>
                </c:pt>
                <c:pt idx="418">
                  <c:v>40</c:v>
                </c:pt>
                <c:pt idx="419">
                  <c:v>25</c:v>
                </c:pt>
                <c:pt idx="420">
                  <c:v>60</c:v>
                </c:pt>
                <c:pt idx="421">
                  <c:v>24</c:v>
                </c:pt>
                <c:pt idx="422">
                  <c:v>40</c:v>
                </c:pt>
                <c:pt idx="423">
                  <c:v>40</c:v>
                </c:pt>
                <c:pt idx="424">
                  <c:v>60</c:v>
                </c:pt>
                <c:pt idx="425">
                  <c:v>40</c:v>
                </c:pt>
                <c:pt idx="426">
                  <c:v>35</c:v>
                </c:pt>
                <c:pt idx="427">
                  <c:v>40</c:v>
                </c:pt>
                <c:pt idx="428">
                  <c:v>20</c:v>
                </c:pt>
                <c:pt idx="429">
                  <c:v>40</c:v>
                </c:pt>
                <c:pt idx="430">
                  <c:v>30</c:v>
                </c:pt>
                <c:pt idx="431">
                  <c:v>30</c:v>
                </c:pt>
                <c:pt idx="432">
                  <c:v>25</c:v>
                </c:pt>
                <c:pt idx="433">
                  <c:v>45</c:v>
                </c:pt>
                <c:pt idx="434">
                  <c:v>40</c:v>
                </c:pt>
                <c:pt idx="435">
                  <c:v>40</c:v>
                </c:pt>
                <c:pt idx="436">
                  <c:v>20</c:v>
                </c:pt>
                <c:pt idx="437">
                  <c:v>40</c:v>
                </c:pt>
                <c:pt idx="438">
                  <c:v>40</c:v>
                </c:pt>
                <c:pt idx="439">
                  <c:v>60</c:v>
                </c:pt>
                <c:pt idx="440">
                  <c:v>40</c:v>
                </c:pt>
                <c:pt idx="441">
                  <c:v>40</c:v>
                </c:pt>
                <c:pt idx="442">
                  <c:v>40</c:v>
                </c:pt>
                <c:pt idx="443">
                  <c:v>43</c:v>
                </c:pt>
                <c:pt idx="444">
                  <c:v>40</c:v>
                </c:pt>
                <c:pt idx="445">
                  <c:v>50</c:v>
                </c:pt>
                <c:pt idx="446">
                  <c:v>45</c:v>
                </c:pt>
                <c:pt idx="447">
                  <c:v>40</c:v>
                </c:pt>
                <c:pt idx="448">
                  <c:v>45</c:v>
                </c:pt>
                <c:pt idx="449">
                  <c:v>90</c:v>
                </c:pt>
                <c:pt idx="450">
                  <c:v>40</c:v>
                </c:pt>
                <c:pt idx="451">
                  <c:v>25</c:v>
                </c:pt>
                <c:pt idx="452">
                  <c:v>40</c:v>
                </c:pt>
                <c:pt idx="453">
                  <c:v>40</c:v>
                </c:pt>
                <c:pt idx="454">
                  <c:v>40</c:v>
                </c:pt>
                <c:pt idx="455">
                  <c:v>38</c:v>
                </c:pt>
                <c:pt idx="456">
                  <c:v>35</c:v>
                </c:pt>
                <c:pt idx="457">
                  <c:v>40</c:v>
                </c:pt>
                <c:pt idx="458">
                  <c:v>40</c:v>
                </c:pt>
                <c:pt idx="459">
                  <c:v>10</c:v>
                </c:pt>
                <c:pt idx="460">
                  <c:v>40</c:v>
                </c:pt>
                <c:pt idx="461">
                  <c:v>40</c:v>
                </c:pt>
                <c:pt idx="462">
                  <c:v>40</c:v>
                </c:pt>
                <c:pt idx="463">
                  <c:v>35</c:v>
                </c:pt>
                <c:pt idx="464">
                  <c:v>6</c:v>
                </c:pt>
                <c:pt idx="465">
                  <c:v>35</c:v>
                </c:pt>
                <c:pt idx="466">
                  <c:v>40</c:v>
                </c:pt>
                <c:pt idx="467">
                  <c:v>40</c:v>
                </c:pt>
                <c:pt idx="468">
                  <c:v>40</c:v>
                </c:pt>
                <c:pt idx="469">
                  <c:v>40</c:v>
                </c:pt>
                <c:pt idx="470">
                  <c:v>40</c:v>
                </c:pt>
                <c:pt idx="471">
                  <c:v>40</c:v>
                </c:pt>
                <c:pt idx="472">
                  <c:v>60</c:v>
                </c:pt>
                <c:pt idx="473">
                  <c:v>40</c:v>
                </c:pt>
                <c:pt idx="474">
                  <c:v>25</c:v>
                </c:pt>
                <c:pt idx="475">
                  <c:v>60</c:v>
                </c:pt>
                <c:pt idx="476">
                  <c:v>45</c:v>
                </c:pt>
                <c:pt idx="477">
                  <c:v>35</c:v>
                </c:pt>
                <c:pt idx="478">
                  <c:v>40</c:v>
                </c:pt>
                <c:pt idx="479">
                  <c:v>20</c:v>
                </c:pt>
                <c:pt idx="480">
                  <c:v>35</c:v>
                </c:pt>
                <c:pt idx="481">
                  <c:v>40</c:v>
                </c:pt>
                <c:pt idx="482">
                  <c:v>42</c:v>
                </c:pt>
                <c:pt idx="483">
                  <c:v>45</c:v>
                </c:pt>
                <c:pt idx="484">
                  <c:v>50</c:v>
                </c:pt>
                <c:pt idx="485">
                  <c:v>40</c:v>
                </c:pt>
                <c:pt idx="486">
                  <c:v>40</c:v>
                </c:pt>
                <c:pt idx="487">
                  <c:v>35</c:v>
                </c:pt>
                <c:pt idx="488">
                  <c:v>50</c:v>
                </c:pt>
                <c:pt idx="489">
                  <c:v>40</c:v>
                </c:pt>
                <c:pt idx="490">
                  <c:v>40</c:v>
                </c:pt>
                <c:pt idx="491">
                  <c:v>10</c:v>
                </c:pt>
                <c:pt idx="492">
                  <c:v>40</c:v>
                </c:pt>
                <c:pt idx="493">
                  <c:v>40</c:v>
                </c:pt>
                <c:pt idx="494">
                  <c:v>42</c:v>
                </c:pt>
                <c:pt idx="495">
                  <c:v>40</c:v>
                </c:pt>
                <c:pt idx="496">
                  <c:v>50</c:v>
                </c:pt>
                <c:pt idx="497">
                  <c:v>60</c:v>
                </c:pt>
                <c:pt idx="498">
                  <c:v>40</c:v>
                </c:pt>
                <c:pt idx="499">
                  <c:v>40</c:v>
                </c:pt>
              </c:numCache>
            </c:numRef>
          </c:xVal>
          <c:yVal>
            <c:numRef>
              <c:f>'Chart Data'!$B$2:$B$501</c:f>
              <c:numCache>
                <c:formatCode>0.0</c:formatCode>
                <c:ptCount val="500"/>
                <c:pt idx="0">
                  <c:v>35.454915</c:v>
                </c:pt>
                <c:pt idx="1">
                  <c:v>40.842002</c:v>
                </c:pt>
                <c:pt idx="2">
                  <c:v>41.522968</c:v>
                </c:pt>
                <c:pt idx="3">
                  <c:v>31.397018</c:v>
                </c:pt>
                <c:pt idx="4">
                  <c:v>40.990736</c:v>
                </c:pt>
                <c:pt idx="5">
                  <c:v>55.568588</c:v>
                </c:pt>
                <c:pt idx="6">
                  <c:v>39.25818</c:v>
                </c:pt>
                <c:pt idx="7">
                  <c:v>42.085155</c:v>
                </c:pt>
                <c:pt idx="8">
                  <c:v>34.842835</c:v>
                </c:pt>
                <c:pt idx="9">
                  <c:v>41.596064</c:v>
                </c:pt>
                <c:pt idx="10">
                  <c:v>39.725187</c:v>
                </c:pt>
                <c:pt idx="11">
                  <c:v>37.338954</c:v>
                </c:pt>
                <c:pt idx="12">
                  <c:v>34.880775</c:v>
                </c:pt>
                <c:pt idx="13">
                  <c:v>47.583775</c:v>
                </c:pt>
                <c:pt idx="14">
                  <c:v>38.174718</c:v>
                </c:pt>
                <c:pt idx="15">
                  <c:v>48.82251</c:v>
                </c:pt>
                <c:pt idx="16">
                  <c:v>34.870772</c:v>
                </c:pt>
                <c:pt idx="17">
                  <c:v>40.846604</c:v>
                </c:pt>
                <c:pt idx="18">
                  <c:v>46.883007</c:v>
                </c:pt>
                <c:pt idx="19">
                  <c:v>41.999919</c:v>
                </c:pt>
                <c:pt idx="20">
                  <c:v>40.754607</c:v>
                </c:pt>
                <c:pt idx="21">
                  <c:v>45.614281</c:v>
                </c:pt>
                <c:pt idx="22">
                  <c:v>34.884925</c:v>
                </c:pt>
                <c:pt idx="23">
                  <c:v>40.203509</c:v>
                </c:pt>
                <c:pt idx="24">
                  <c:v>38.673408</c:v>
                </c:pt>
                <c:pt idx="25">
                  <c:v>42.02581</c:v>
                </c:pt>
                <c:pt idx="26">
                  <c:v>43.059343</c:v>
                </c:pt>
                <c:pt idx="27">
                  <c:v>43.376741</c:v>
                </c:pt>
                <c:pt idx="28">
                  <c:v>41.623668</c:v>
                </c:pt>
                <c:pt idx="29">
                  <c:v>41.957419</c:v>
                </c:pt>
                <c:pt idx="30">
                  <c:v>23.986972</c:v>
                </c:pt>
                <c:pt idx="31">
                  <c:v>51.005722</c:v>
                </c:pt>
                <c:pt idx="32">
                  <c:v>38.237546</c:v>
                </c:pt>
                <c:pt idx="33">
                  <c:v>26.007252</c:v>
                </c:pt>
                <c:pt idx="34">
                  <c:v>28.447719</c:v>
                </c:pt>
                <c:pt idx="35">
                  <c:v>20.128261</c:v>
                </c:pt>
                <c:pt idx="36">
                  <c:v>43.173885</c:v>
                </c:pt>
                <c:pt idx="37">
                  <c:v>39.953037</c:v>
                </c:pt>
                <c:pt idx="38">
                  <c:v>42.000163</c:v>
                </c:pt>
                <c:pt idx="39">
                  <c:v>26.05917</c:v>
                </c:pt>
                <c:pt idx="40">
                  <c:v>31.149221</c:v>
                </c:pt>
                <c:pt idx="41">
                  <c:v>41.999892</c:v>
                </c:pt>
                <c:pt idx="42">
                  <c:v>42.239577</c:v>
                </c:pt>
                <c:pt idx="43">
                  <c:v>45.357996</c:v>
                </c:pt>
                <c:pt idx="44">
                  <c:v>41.79362</c:v>
                </c:pt>
                <c:pt idx="45">
                  <c:v>41.911024</c:v>
                </c:pt>
                <c:pt idx="46">
                  <c:v>36.212766</c:v>
                </c:pt>
                <c:pt idx="47">
                  <c:v>42.495051</c:v>
                </c:pt>
                <c:pt idx="48">
                  <c:v>39.506957</c:v>
                </c:pt>
                <c:pt idx="49">
                  <c:v>49.797742</c:v>
                </c:pt>
                <c:pt idx="50">
                  <c:v>34.748321</c:v>
                </c:pt>
                <c:pt idx="51">
                  <c:v>48.008333</c:v>
                </c:pt>
                <c:pt idx="52">
                  <c:v>42.297871</c:v>
                </c:pt>
                <c:pt idx="53">
                  <c:v>42.950862</c:v>
                </c:pt>
                <c:pt idx="54">
                  <c:v>40.688958</c:v>
                </c:pt>
                <c:pt idx="55">
                  <c:v>35.256694</c:v>
                </c:pt>
                <c:pt idx="56">
                  <c:v>46.364259</c:v>
                </c:pt>
                <c:pt idx="57">
                  <c:v>43.374691</c:v>
                </c:pt>
                <c:pt idx="58">
                  <c:v>41.420675</c:v>
                </c:pt>
                <c:pt idx="59">
                  <c:v>30.340053</c:v>
                </c:pt>
                <c:pt idx="60">
                  <c:v>41.876398</c:v>
                </c:pt>
                <c:pt idx="61">
                  <c:v>37.999757</c:v>
                </c:pt>
                <c:pt idx="62">
                  <c:v>43.245404</c:v>
                </c:pt>
                <c:pt idx="63">
                  <c:v>37.999724</c:v>
                </c:pt>
                <c:pt idx="64">
                  <c:v>42.969046</c:v>
                </c:pt>
                <c:pt idx="65">
                  <c:v>40.932136</c:v>
                </c:pt>
                <c:pt idx="66">
                  <c:v>31.032005</c:v>
                </c:pt>
                <c:pt idx="67">
                  <c:v>41.954329</c:v>
                </c:pt>
                <c:pt idx="68">
                  <c:v>27.999864</c:v>
                </c:pt>
                <c:pt idx="69">
                  <c:v>40.070564</c:v>
                </c:pt>
                <c:pt idx="70">
                  <c:v>38.207056</c:v>
                </c:pt>
                <c:pt idx="71">
                  <c:v>38.668999</c:v>
                </c:pt>
                <c:pt idx="72">
                  <c:v>45.266049</c:v>
                </c:pt>
                <c:pt idx="73">
                  <c:v>39.867424</c:v>
                </c:pt>
                <c:pt idx="74">
                  <c:v>41.985082</c:v>
                </c:pt>
                <c:pt idx="75">
                  <c:v>39.509016</c:v>
                </c:pt>
                <c:pt idx="76">
                  <c:v>38.687077</c:v>
                </c:pt>
                <c:pt idx="77">
                  <c:v>35.673241</c:v>
                </c:pt>
                <c:pt idx="78">
                  <c:v>41.876398</c:v>
                </c:pt>
                <c:pt idx="79">
                  <c:v>41.056944</c:v>
                </c:pt>
                <c:pt idx="80">
                  <c:v>41.826581</c:v>
                </c:pt>
                <c:pt idx="81">
                  <c:v>42.086396</c:v>
                </c:pt>
                <c:pt idx="82">
                  <c:v>42.951517</c:v>
                </c:pt>
                <c:pt idx="83">
                  <c:v>41.640229</c:v>
                </c:pt>
                <c:pt idx="84">
                  <c:v>39.109678</c:v>
                </c:pt>
                <c:pt idx="85">
                  <c:v>32.867577</c:v>
                </c:pt>
                <c:pt idx="86">
                  <c:v>38.893277</c:v>
                </c:pt>
                <c:pt idx="87">
                  <c:v>41.945399</c:v>
                </c:pt>
                <c:pt idx="88">
                  <c:v>41.596064</c:v>
                </c:pt>
                <c:pt idx="89">
                  <c:v>38.816341</c:v>
                </c:pt>
                <c:pt idx="90">
                  <c:v>40.90138</c:v>
                </c:pt>
                <c:pt idx="91">
                  <c:v>43.540272</c:v>
                </c:pt>
                <c:pt idx="92">
                  <c:v>19.466865</c:v>
                </c:pt>
                <c:pt idx="93">
                  <c:v>40.440453</c:v>
                </c:pt>
                <c:pt idx="94">
                  <c:v>40.796867</c:v>
                </c:pt>
                <c:pt idx="95">
                  <c:v>42.263696</c:v>
                </c:pt>
                <c:pt idx="96">
                  <c:v>39.865727</c:v>
                </c:pt>
                <c:pt idx="97">
                  <c:v>39.128471</c:v>
                </c:pt>
                <c:pt idx="98">
                  <c:v>47.374397</c:v>
                </c:pt>
                <c:pt idx="99">
                  <c:v>41.818679</c:v>
                </c:pt>
                <c:pt idx="100">
                  <c:v>42.626549</c:v>
                </c:pt>
                <c:pt idx="101">
                  <c:v>42.000286</c:v>
                </c:pt>
                <c:pt idx="102">
                  <c:v>38.264344</c:v>
                </c:pt>
                <c:pt idx="103">
                  <c:v>42.25978</c:v>
                </c:pt>
                <c:pt idx="104">
                  <c:v>39.135096</c:v>
                </c:pt>
                <c:pt idx="105">
                  <c:v>42.970916</c:v>
                </c:pt>
                <c:pt idx="106">
                  <c:v>42.385466</c:v>
                </c:pt>
                <c:pt idx="107">
                  <c:v>41.876398</c:v>
                </c:pt>
                <c:pt idx="108">
                  <c:v>38.883216</c:v>
                </c:pt>
                <c:pt idx="109">
                  <c:v>37.822422</c:v>
                </c:pt>
                <c:pt idx="110">
                  <c:v>41.811659</c:v>
                </c:pt>
                <c:pt idx="111">
                  <c:v>40.502807</c:v>
                </c:pt>
                <c:pt idx="112">
                  <c:v>29.780637</c:v>
                </c:pt>
                <c:pt idx="113">
                  <c:v>30.81589</c:v>
                </c:pt>
                <c:pt idx="114">
                  <c:v>37.124606</c:v>
                </c:pt>
                <c:pt idx="115">
                  <c:v>37.999806</c:v>
                </c:pt>
                <c:pt idx="116">
                  <c:v>7.024616</c:v>
                </c:pt>
                <c:pt idx="117">
                  <c:v>21.999879</c:v>
                </c:pt>
                <c:pt idx="118">
                  <c:v>43.938761</c:v>
                </c:pt>
                <c:pt idx="119">
                  <c:v>41.434072</c:v>
                </c:pt>
                <c:pt idx="120">
                  <c:v>43.681327</c:v>
                </c:pt>
                <c:pt idx="121">
                  <c:v>41.982747</c:v>
                </c:pt>
                <c:pt idx="122">
                  <c:v>40.888319</c:v>
                </c:pt>
                <c:pt idx="123">
                  <c:v>43.397804</c:v>
                </c:pt>
                <c:pt idx="124">
                  <c:v>48.454225</c:v>
                </c:pt>
                <c:pt idx="125">
                  <c:v>38.573307</c:v>
                </c:pt>
                <c:pt idx="126">
                  <c:v>48.151186</c:v>
                </c:pt>
                <c:pt idx="127">
                  <c:v>44.178936</c:v>
                </c:pt>
                <c:pt idx="128">
                  <c:v>48.737729</c:v>
                </c:pt>
                <c:pt idx="129">
                  <c:v>40.28945</c:v>
                </c:pt>
                <c:pt idx="130">
                  <c:v>45.867409</c:v>
                </c:pt>
                <c:pt idx="131">
                  <c:v>37.999835</c:v>
                </c:pt>
                <c:pt idx="132">
                  <c:v>57.129513</c:v>
                </c:pt>
                <c:pt idx="133">
                  <c:v>41.66682</c:v>
                </c:pt>
                <c:pt idx="134">
                  <c:v>30.489143</c:v>
                </c:pt>
                <c:pt idx="135">
                  <c:v>41.993259</c:v>
                </c:pt>
                <c:pt idx="136">
                  <c:v>45.728994</c:v>
                </c:pt>
                <c:pt idx="137">
                  <c:v>40.000182</c:v>
                </c:pt>
                <c:pt idx="138">
                  <c:v>40.162262</c:v>
                </c:pt>
                <c:pt idx="139">
                  <c:v>43.374691</c:v>
                </c:pt>
                <c:pt idx="140">
                  <c:v>37.999724</c:v>
                </c:pt>
                <c:pt idx="141">
                  <c:v>42.248193</c:v>
                </c:pt>
                <c:pt idx="142">
                  <c:v>38.130696</c:v>
                </c:pt>
                <c:pt idx="143">
                  <c:v>41.950607</c:v>
                </c:pt>
                <c:pt idx="144">
                  <c:v>33.52838</c:v>
                </c:pt>
                <c:pt idx="145">
                  <c:v>41.531196</c:v>
                </c:pt>
                <c:pt idx="146">
                  <c:v>41.893221</c:v>
                </c:pt>
                <c:pt idx="147">
                  <c:v>40.948041</c:v>
                </c:pt>
                <c:pt idx="148">
                  <c:v>43.056286</c:v>
                </c:pt>
                <c:pt idx="149">
                  <c:v>36.696076</c:v>
                </c:pt>
                <c:pt idx="150">
                  <c:v>41.290534</c:v>
                </c:pt>
                <c:pt idx="151">
                  <c:v>51.949265</c:v>
                </c:pt>
                <c:pt idx="152">
                  <c:v>40.590277</c:v>
                </c:pt>
                <c:pt idx="153">
                  <c:v>42.636599</c:v>
                </c:pt>
                <c:pt idx="154">
                  <c:v>41.999863</c:v>
                </c:pt>
                <c:pt idx="155">
                  <c:v>35.301539</c:v>
                </c:pt>
                <c:pt idx="156">
                  <c:v>43.93723</c:v>
                </c:pt>
                <c:pt idx="157">
                  <c:v>29.889833</c:v>
                </c:pt>
                <c:pt idx="158">
                  <c:v>42.025584</c:v>
                </c:pt>
                <c:pt idx="159">
                  <c:v>38.916491</c:v>
                </c:pt>
                <c:pt idx="160">
                  <c:v>43.736312</c:v>
                </c:pt>
                <c:pt idx="161">
                  <c:v>45.995652</c:v>
                </c:pt>
                <c:pt idx="162">
                  <c:v>41.587603</c:v>
                </c:pt>
                <c:pt idx="163">
                  <c:v>39.275177</c:v>
                </c:pt>
                <c:pt idx="164">
                  <c:v>40.467443</c:v>
                </c:pt>
                <c:pt idx="165">
                  <c:v>42.106833</c:v>
                </c:pt>
                <c:pt idx="166">
                  <c:v>41.894163</c:v>
                </c:pt>
                <c:pt idx="167">
                  <c:v>41.964808</c:v>
                </c:pt>
                <c:pt idx="168">
                  <c:v>29.913893</c:v>
                </c:pt>
                <c:pt idx="169">
                  <c:v>34.234258</c:v>
                </c:pt>
                <c:pt idx="170">
                  <c:v>38.545551</c:v>
                </c:pt>
                <c:pt idx="171">
                  <c:v>39.885192</c:v>
                </c:pt>
                <c:pt idx="172">
                  <c:v>40.438018</c:v>
                </c:pt>
                <c:pt idx="173">
                  <c:v>41.279384</c:v>
                </c:pt>
                <c:pt idx="174">
                  <c:v>20.422513</c:v>
                </c:pt>
                <c:pt idx="175">
                  <c:v>37.796796</c:v>
                </c:pt>
                <c:pt idx="176">
                  <c:v>42.274779</c:v>
                </c:pt>
                <c:pt idx="177">
                  <c:v>38.098595</c:v>
                </c:pt>
                <c:pt idx="178">
                  <c:v>42.047005</c:v>
                </c:pt>
                <c:pt idx="179">
                  <c:v>41.896927</c:v>
                </c:pt>
                <c:pt idx="180">
                  <c:v>43.796297</c:v>
                </c:pt>
                <c:pt idx="181">
                  <c:v>27.034442</c:v>
                </c:pt>
                <c:pt idx="182">
                  <c:v>26.064317</c:v>
                </c:pt>
                <c:pt idx="183">
                  <c:v>36.696076</c:v>
                </c:pt>
                <c:pt idx="184">
                  <c:v>41.999863</c:v>
                </c:pt>
                <c:pt idx="185">
                  <c:v>32.000362</c:v>
                </c:pt>
                <c:pt idx="186">
                  <c:v>40.787201</c:v>
                </c:pt>
                <c:pt idx="187">
                  <c:v>38.85118</c:v>
                </c:pt>
                <c:pt idx="188">
                  <c:v>38.931254</c:v>
                </c:pt>
                <c:pt idx="189">
                  <c:v>41.412076</c:v>
                </c:pt>
                <c:pt idx="190">
                  <c:v>41.421105</c:v>
                </c:pt>
                <c:pt idx="191">
                  <c:v>17.745522</c:v>
                </c:pt>
                <c:pt idx="192">
                  <c:v>40.613318</c:v>
                </c:pt>
                <c:pt idx="193">
                  <c:v>42.239577</c:v>
                </c:pt>
                <c:pt idx="194">
                  <c:v>41.421105</c:v>
                </c:pt>
                <c:pt idx="195">
                  <c:v>40.624658</c:v>
                </c:pt>
                <c:pt idx="196">
                  <c:v>41.814882</c:v>
                </c:pt>
                <c:pt idx="197">
                  <c:v>42.765387</c:v>
                </c:pt>
                <c:pt idx="198">
                  <c:v>45.23871</c:v>
                </c:pt>
                <c:pt idx="199">
                  <c:v>42.114633</c:v>
                </c:pt>
                <c:pt idx="200">
                  <c:v>41.044575</c:v>
                </c:pt>
                <c:pt idx="201">
                  <c:v>51.877243</c:v>
                </c:pt>
                <c:pt idx="202">
                  <c:v>38.592313</c:v>
                </c:pt>
                <c:pt idx="203">
                  <c:v>41.66682</c:v>
                </c:pt>
                <c:pt idx="204">
                  <c:v>42.886509</c:v>
                </c:pt>
                <c:pt idx="205">
                  <c:v>41.95025</c:v>
                </c:pt>
                <c:pt idx="206">
                  <c:v>34.362852</c:v>
                </c:pt>
                <c:pt idx="207">
                  <c:v>38.724648</c:v>
                </c:pt>
                <c:pt idx="208">
                  <c:v>45.671056</c:v>
                </c:pt>
                <c:pt idx="209">
                  <c:v>37.999737</c:v>
                </c:pt>
                <c:pt idx="210">
                  <c:v>37.672777</c:v>
                </c:pt>
                <c:pt idx="211">
                  <c:v>40.709332</c:v>
                </c:pt>
                <c:pt idx="212">
                  <c:v>41.962255</c:v>
                </c:pt>
                <c:pt idx="213">
                  <c:v>38.56643</c:v>
                </c:pt>
                <c:pt idx="214">
                  <c:v>38.950825</c:v>
                </c:pt>
                <c:pt idx="215">
                  <c:v>38.000199</c:v>
                </c:pt>
                <c:pt idx="216">
                  <c:v>41.926651</c:v>
                </c:pt>
                <c:pt idx="217">
                  <c:v>41.152196</c:v>
                </c:pt>
                <c:pt idx="218">
                  <c:v>30.992184</c:v>
                </c:pt>
                <c:pt idx="219">
                  <c:v>36.376834</c:v>
                </c:pt>
                <c:pt idx="220">
                  <c:v>39.12716</c:v>
                </c:pt>
                <c:pt idx="221">
                  <c:v>35.161443</c:v>
                </c:pt>
                <c:pt idx="222">
                  <c:v>33.950873</c:v>
                </c:pt>
                <c:pt idx="223">
                  <c:v>41.122853</c:v>
                </c:pt>
                <c:pt idx="224">
                  <c:v>42.411429</c:v>
                </c:pt>
                <c:pt idx="225">
                  <c:v>38.157323</c:v>
                </c:pt>
                <c:pt idx="226">
                  <c:v>41.871258</c:v>
                </c:pt>
                <c:pt idx="227">
                  <c:v>42.230427</c:v>
                </c:pt>
                <c:pt idx="228">
                  <c:v>37.999724</c:v>
                </c:pt>
                <c:pt idx="229">
                  <c:v>37.909486</c:v>
                </c:pt>
                <c:pt idx="230">
                  <c:v>48.465071</c:v>
                </c:pt>
                <c:pt idx="231">
                  <c:v>41.857942</c:v>
                </c:pt>
                <c:pt idx="232">
                  <c:v>39.668524</c:v>
                </c:pt>
                <c:pt idx="233">
                  <c:v>42.081322</c:v>
                </c:pt>
                <c:pt idx="234">
                  <c:v>41.928633</c:v>
                </c:pt>
                <c:pt idx="235">
                  <c:v>42.461723</c:v>
                </c:pt>
                <c:pt idx="236">
                  <c:v>42.000142</c:v>
                </c:pt>
                <c:pt idx="237">
                  <c:v>27.31693</c:v>
                </c:pt>
                <c:pt idx="238">
                  <c:v>38.232966</c:v>
                </c:pt>
                <c:pt idx="239">
                  <c:v>42.960546</c:v>
                </c:pt>
                <c:pt idx="240">
                  <c:v>41.59271</c:v>
                </c:pt>
                <c:pt idx="241">
                  <c:v>42.100759</c:v>
                </c:pt>
                <c:pt idx="242">
                  <c:v>41.964808</c:v>
                </c:pt>
                <c:pt idx="243">
                  <c:v>37.999724</c:v>
                </c:pt>
                <c:pt idx="244">
                  <c:v>43.359157</c:v>
                </c:pt>
                <c:pt idx="245">
                  <c:v>52.399978</c:v>
                </c:pt>
                <c:pt idx="246">
                  <c:v>43.606846</c:v>
                </c:pt>
                <c:pt idx="247">
                  <c:v>38.174718</c:v>
                </c:pt>
                <c:pt idx="248">
                  <c:v>40.194896</c:v>
                </c:pt>
                <c:pt idx="249">
                  <c:v>41.615242</c:v>
                </c:pt>
                <c:pt idx="250">
                  <c:v>38.000344</c:v>
                </c:pt>
                <c:pt idx="251">
                  <c:v>39.505775</c:v>
                </c:pt>
                <c:pt idx="252">
                  <c:v>40.309441</c:v>
                </c:pt>
                <c:pt idx="253">
                  <c:v>36.715313</c:v>
                </c:pt>
                <c:pt idx="254">
                  <c:v>41.054663</c:v>
                </c:pt>
                <c:pt idx="255">
                  <c:v>41.920658</c:v>
                </c:pt>
                <c:pt idx="256">
                  <c:v>41.886433</c:v>
                </c:pt>
                <c:pt idx="257">
                  <c:v>41.945399</c:v>
                </c:pt>
                <c:pt idx="258">
                  <c:v>20.502101</c:v>
                </c:pt>
                <c:pt idx="259">
                  <c:v>44.178936</c:v>
                </c:pt>
                <c:pt idx="260">
                  <c:v>44.22185</c:v>
                </c:pt>
                <c:pt idx="261">
                  <c:v>22.374573</c:v>
                </c:pt>
                <c:pt idx="262">
                  <c:v>43.398289</c:v>
                </c:pt>
                <c:pt idx="263">
                  <c:v>38.642348</c:v>
                </c:pt>
                <c:pt idx="264">
                  <c:v>45.89795</c:v>
                </c:pt>
                <c:pt idx="265">
                  <c:v>41.954329</c:v>
                </c:pt>
                <c:pt idx="266">
                  <c:v>42.47284</c:v>
                </c:pt>
                <c:pt idx="267">
                  <c:v>42.659328</c:v>
                </c:pt>
                <c:pt idx="268">
                  <c:v>42.00008</c:v>
                </c:pt>
                <c:pt idx="269">
                  <c:v>39.953037</c:v>
                </c:pt>
                <c:pt idx="270">
                  <c:v>37.751948</c:v>
                </c:pt>
                <c:pt idx="271">
                  <c:v>33.940354</c:v>
                </c:pt>
                <c:pt idx="272">
                  <c:v>42.342857</c:v>
                </c:pt>
                <c:pt idx="273">
                  <c:v>40.370932</c:v>
                </c:pt>
                <c:pt idx="274">
                  <c:v>34.115245</c:v>
                </c:pt>
                <c:pt idx="275">
                  <c:v>41.648993</c:v>
                </c:pt>
                <c:pt idx="276">
                  <c:v>36.484177</c:v>
                </c:pt>
                <c:pt idx="277">
                  <c:v>38.000017</c:v>
                </c:pt>
                <c:pt idx="278">
                  <c:v>43.220702</c:v>
                </c:pt>
                <c:pt idx="279">
                  <c:v>39.581951</c:v>
                </c:pt>
                <c:pt idx="280">
                  <c:v>40.571082</c:v>
                </c:pt>
                <c:pt idx="281">
                  <c:v>42.052364</c:v>
                </c:pt>
                <c:pt idx="282">
                  <c:v>39.992062</c:v>
                </c:pt>
                <c:pt idx="283">
                  <c:v>39.176651</c:v>
                </c:pt>
                <c:pt idx="284">
                  <c:v>42.086396</c:v>
                </c:pt>
                <c:pt idx="285">
                  <c:v>39.388666</c:v>
                </c:pt>
                <c:pt idx="286">
                  <c:v>42.343283</c:v>
                </c:pt>
                <c:pt idx="287">
                  <c:v>41.95891</c:v>
                </c:pt>
                <c:pt idx="288">
                  <c:v>40.497844</c:v>
                </c:pt>
                <c:pt idx="289">
                  <c:v>27.003956</c:v>
                </c:pt>
                <c:pt idx="290">
                  <c:v>43.028769</c:v>
                </c:pt>
                <c:pt idx="291">
                  <c:v>41.999863</c:v>
                </c:pt>
                <c:pt idx="292">
                  <c:v>42.949236</c:v>
                </c:pt>
                <c:pt idx="293">
                  <c:v>36.553595</c:v>
                </c:pt>
                <c:pt idx="294">
                  <c:v>40.173151</c:v>
                </c:pt>
                <c:pt idx="295">
                  <c:v>42.162189</c:v>
                </c:pt>
                <c:pt idx="296">
                  <c:v>37.79781</c:v>
                </c:pt>
                <c:pt idx="297">
                  <c:v>41.783989</c:v>
                </c:pt>
                <c:pt idx="298">
                  <c:v>33.701399</c:v>
                </c:pt>
                <c:pt idx="299">
                  <c:v>41.686049</c:v>
                </c:pt>
                <c:pt idx="300">
                  <c:v>27.901653</c:v>
                </c:pt>
                <c:pt idx="301">
                  <c:v>36.074734</c:v>
                </c:pt>
                <c:pt idx="302">
                  <c:v>36.120409</c:v>
                </c:pt>
                <c:pt idx="303">
                  <c:v>42.090871</c:v>
                </c:pt>
                <c:pt idx="304">
                  <c:v>39.783628</c:v>
                </c:pt>
                <c:pt idx="305">
                  <c:v>48.516709</c:v>
                </c:pt>
                <c:pt idx="306">
                  <c:v>42.035215</c:v>
                </c:pt>
                <c:pt idx="307">
                  <c:v>41.491013</c:v>
                </c:pt>
                <c:pt idx="308">
                  <c:v>40.780827</c:v>
                </c:pt>
                <c:pt idx="309">
                  <c:v>53.982084</c:v>
                </c:pt>
                <c:pt idx="310">
                  <c:v>36.77412</c:v>
                </c:pt>
                <c:pt idx="311">
                  <c:v>41.234562</c:v>
                </c:pt>
                <c:pt idx="312">
                  <c:v>36.252264</c:v>
                </c:pt>
                <c:pt idx="313">
                  <c:v>40.380326</c:v>
                </c:pt>
                <c:pt idx="314">
                  <c:v>27.999864</c:v>
                </c:pt>
                <c:pt idx="315">
                  <c:v>42.909496</c:v>
                </c:pt>
                <c:pt idx="316">
                  <c:v>37.214802</c:v>
                </c:pt>
                <c:pt idx="317">
                  <c:v>42.656141</c:v>
                </c:pt>
                <c:pt idx="318">
                  <c:v>26.064317</c:v>
                </c:pt>
                <c:pt idx="319">
                  <c:v>42.020798</c:v>
                </c:pt>
                <c:pt idx="320">
                  <c:v>42.297871</c:v>
                </c:pt>
                <c:pt idx="321">
                  <c:v>28.000334</c:v>
                </c:pt>
                <c:pt idx="322">
                  <c:v>41.472102</c:v>
                </c:pt>
                <c:pt idx="323">
                  <c:v>37.663595</c:v>
                </c:pt>
                <c:pt idx="324">
                  <c:v>42.080944</c:v>
                </c:pt>
                <c:pt idx="325">
                  <c:v>47.930942</c:v>
                </c:pt>
                <c:pt idx="326">
                  <c:v>36.999728</c:v>
                </c:pt>
                <c:pt idx="327">
                  <c:v>37.037662</c:v>
                </c:pt>
                <c:pt idx="328">
                  <c:v>42.000368</c:v>
                </c:pt>
                <c:pt idx="329">
                  <c:v>42.000407</c:v>
                </c:pt>
                <c:pt idx="330">
                  <c:v>41.999803</c:v>
                </c:pt>
                <c:pt idx="331">
                  <c:v>41.831761</c:v>
                </c:pt>
                <c:pt idx="332">
                  <c:v>23.986972</c:v>
                </c:pt>
                <c:pt idx="333">
                  <c:v>40.293758</c:v>
                </c:pt>
                <c:pt idx="334">
                  <c:v>30.276321</c:v>
                </c:pt>
                <c:pt idx="335">
                  <c:v>42.037905</c:v>
                </c:pt>
                <c:pt idx="336">
                  <c:v>38.174718</c:v>
                </c:pt>
                <c:pt idx="337">
                  <c:v>21.364568</c:v>
                </c:pt>
                <c:pt idx="338">
                  <c:v>37.999737</c:v>
                </c:pt>
                <c:pt idx="339">
                  <c:v>37.268327</c:v>
                </c:pt>
                <c:pt idx="340">
                  <c:v>40.577405</c:v>
                </c:pt>
                <c:pt idx="341">
                  <c:v>38.306309</c:v>
                </c:pt>
                <c:pt idx="342">
                  <c:v>41.068522</c:v>
                </c:pt>
                <c:pt idx="343">
                  <c:v>41.002613</c:v>
                </c:pt>
                <c:pt idx="344">
                  <c:v>47.999705</c:v>
                </c:pt>
                <c:pt idx="345">
                  <c:v>41.886433</c:v>
                </c:pt>
                <c:pt idx="346">
                  <c:v>41.999835</c:v>
                </c:pt>
                <c:pt idx="347">
                  <c:v>41.934206</c:v>
                </c:pt>
                <c:pt idx="348">
                  <c:v>43.289236</c:v>
                </c:pt>
                <c:pt idx="349">
                  <c:v>42.955028</c:v>
                </c:pt>
                <c:pt idx="350">
                  <c:v>44.205341</c:v>
                </c:pt>
                <c:pt idx="351">
                  <c:v>39.64624</c:v>
                </c:pt>
                <c:pt idx="352">
                  <c:v>41.999796</c:v>
                </c:pt>
                <c:pt idx="353">
                  <c:v>38.930813</c:v>
                </c:pt>
                <c:pt idx="354">
                  <c:v>41.971477</c:v>
                </c:pt>
                <c:pt idx="355">
                  <c:v>47.522459</c:v>
                </c:pt>
                <c:pt idx="356">
                  <c:v>40.295033</c:v>
                </c:pt>
                <c:pt idx="357">
                  <c:v>34.998051</c:v>
                </c:pt>
                <c:pt idx="358">
                  <c:v>39.099517</c:v>
                </c:pt>
                <c:pt idx="359">
                  <c:v>40.206525</c:v>
                </c:pt>
                <c:pt idx="360">
                  <c:v>40.184291</c:v>
                </c:pt>
                <c:pt idx="361">
                  <c:v>10.944901</c:v>
                </c:pt>
                <c:pt idx="362">
                  <c:v>45.475205</c:v>
                </c:pt>
                <c:pt idx="363">
                  <c:v>42.978756</c:v>
                </c:pt>
                <c:pt idx="364">
                  <c:v>41.173084</c:v>
                </c:pt>
                <c:pt idx="365">
                  <c:v>42.241834</c:v>
                </c:pt>
                <c:pt idx="366">
                  <c:v>41.66682</c:v>
                </c:pt>
                <c:pt idx="367">
                  <c:v>37.999806</c:v>
                </c:pt>
                <c:pt idx="368">
                  <c:v>48.008333</c:v>
                </c:pt>
                <c:pt idx="369">
                  <c:v>41.773361</c:v>
                </c:pt>
                <c:pt idx="370">
                  <c:v>46.741854</c:v>
                </c:pt>
                <c:pt idx="371">
                  <c:v>42.067983</c:v>
                </c:pt>
                <c:pt idx="372">
                  <c:v>43.000016</c:v>
                </c:pt>
                <c:pt idx="373">
                  <c:v>32.128727</c:v>
                </c:pt>
                <c:pt idx="374">
                  <c:v>41.453791</c:v>
                </c:pt>
                <c:pt idx="375">
                  <c:v>40.232407</c:v>
                </c:pt>
                <c:pt idx="376">
                  <c:v>39.922087</c:v>
                </c:pt>
                <c:pt idx="377">
                  <c:v>17.745522</c:v>
                </c:pt>
                <c:pt idx="378">
                  <c:v>40.094339</c:v>
                </c:pt>
                <c:pt idx="379">
                  <c:v>38.323647</c:v>
                </c:pt>
                <c:pt idx="380">
                  <c:v>45.007318</c:v>
                </c:pt>
                <c:pt idx="381">
                  <c:v>41.533125</c:v>
                </c:pt>
                <c:pt idx="382">
                  <c:v>23.986972</c:v>
                </c:pt>
                <c:pt idx="383">
                  <c:v>46.076321</c:v>
                </c:pt>
                <c:pt idx="384">
                  <c:v>20.422513</c:v>
                </c:pt>
                <c:pt idx="385">
                  <c:v>42.933396</c:v>
                </c:pt>
                <c:pt idx="386">
                  <c:v>38.052017</c:v>
                </c:pt>
                <c:pt idx="387">
                  <c:v>45.007318</c:v>
                </c:pt>
                <c:pt idx="388">
                  <c:v>34.880775</c:v>
                </c:pt>
                <c:pt idx="389">
                  <c:v>37.932042</c:v>
                </c:pt>
                <c:pt idx="390">
                  <c:v>29.889833</c:v>
                </c:pt>
                <c:pt idx="391">
                  <c:v>42.860095</c:v>
                </c:pt>
                <c:pt idx="392">
                  <c:v>40.658827</c:v>
                </c:pt>
                <c:pt idx="393">
                  <c:v>42.960546</c:v>
                </c:pt>
                <c:pt idx="394">
                  <c:v>47.886035</c:v>
                </c:pt>
                <c:pt idx="395">
                  <c:v>37.95829</c:v>
                </c:pt>
                <c:pt idx="396">
                  <c:v>52.000083</c:v>
                </c:pt>
                <c:pt idx="397">
                  <c:v>42.627068</c:v>
                </c:pt>
                <c:pt idx="398">
                  <c:v>38.736723</c:v>
                </c:pt>
                <c:pt idx="399">
                  <c:v>37.342428</c:v>
                </c:pt>
                <c:pt idx="400">
                  <c:v>31.999675</c:v>
                </c:pt>
                <c:pt idx="401">
                  <c:v>42.04407</c:v>
                </c:pt>
                <c:pt idx="402">
                  <c:v>37.999619</c:v>
                </c:pt>
                <c:pt idx="403">
                  <c:v>39.649255</c:v>
                </c:pt>
                <c:pt idx="404">
                  <c:v>39.922087</c:v>
                </c:pt>
                <c:pt idx="405">
                  <c:v>31.999675</c:v>
                </c:pt>
                <c:pt idx="406">
                  <c:v>41.580259</c:v>
                </c:pt>
                <c:pt idx="407">
                  <c:v>29.485288</c:v>
                </c:pt>
                <c:pt idx="408">
                  <c:v>41.897685</c:v>
                </c:pt>
                <c:pt idx="409">
                  <c:v>35.773304</c:v>
                </c:pt>
                <c:pt idx="410">
                  <c:v>37.775829</c:v>
                </c:pt>
                <c:pt idx="411">
                  <c:v>42.571757</c:v>
                </c:pt>
                <c:pt idx="412">
                  <c:v>43.058288</c:v>
                </c:pt>
                <c:pt idx="413">
                  <c:v>20.502101</c:v>
                </c:pt>
                <c:pt idx="414">
                  <c:v>43.597129</c:v>
                </c:pt>
                <c:pt idx="415">
                  <c:v>41.871258</c:v>
                </c:pt>
                <c:pt idx="416">
                  <c:v>42.050063</c:v>
                </c:pt>
                <c:pt idx="417">
                  <c:v>49.32493</c:v>
                </c:pt>
                <c:pt idx="418">
                  <c:v>42.104108</c:v>
                </c:pt>
                <c:pt idx="419">
                  <c:v>38.128915</c:v>
                </c:pt>
                <c:pt idx="420">
                  <c:v>43.216149</c:v>
                </c:pt>
                <c:pt idx="421">
                  <c:v>40.052261</c:v>
                </c:pt>
                <c:pt idx="422">
                  <c:v>40.066729</c:v>
                </c:pt>
                <c:pt idx="423">
                  <c:v>42.125697</c:v>
                </c:pt>
                <c:pt idx="424">
                  <c:v>46.522967</c:v>
                </c:pt>
                <c:pt idx="425">
                  <c:v>32.891192</c:v>
                </c:pt>
                <c:pt idx="426">
                  <c:v>41.34012</c:v>
                </c:pt>
                <c:pt idx="427">
                  <c:v>41.976085</c:v>
                </c:pt>
                <c:pt idx="428">
                  <c:v>38.613138</c:v>
                </c:pt>
                <c:pt idx="429">
                  <c:v>40.556007</c:v>
                </c:pt>
                <c:pt idx="430">
                  <c:v>28.859626</c:v>
                </c:pt>
                <c:pt idx="431">
                  <c:v>24.364687</c:v>
                </c:pt>
                <c:pt idx="432">
                  <c:v>44.600305</c:v>
                </c:pt>
                <c:pt idx="433">
                  <c:v>42.999873</c:v>
                </c:pt>
                <c:pt idx="434">
                  <c:v>38.962138</c:v>
                </c:pt>
                <c:pt idx="435">
                  <c:v>41.999863</c:v>
                </c:pt>
                <c:pt idx="436">
                  <c:v>43.173768</c:v>
                </c:pt>
                <c:pt idx="437">
                  <c:v>41.824879</c:v>
                </c:pt>
                <c:pt idx="438">
                  <c:v>37.858562</c:v>
                </c:pt>
                <c:pt idx="439">
                  <c:v>41.693396</c:v>
                </c:pt>
                <c:pt idx="440">
                  <c:v>41.877287</c:v>
                </c:pt>
                <c:pt idx="441">
                  <c:v>38.000258</c:v>
                </c:pt>
                <c:pt idx="442">
                  <c:v>41.903257</c:v>
                </c:pt>
                <c:pt idx="443">
                  <c:v>42.414018</c:v>
                </c:pt>
                <c:pt idx="444">
                  <c:v>42.346071</c:v>
                </c:pt>
                <c:pt idx="445">
                  <c:v>38.50044</c:v>
                </c:pt>
                <c:pt idx="446">
                  <c:v>34.880775</c:v>
                </c:pt>
                <c:pt idx="447">
                  <c:v>36.003039</c:v>
                </c:pt>
                <c:pt idx="448">
                  <c:v>41.861297</c:v>
                </c:pt>
                <c:pt idx="449">
                  <c:v>48.619993</c:v>
                </c:pt>
                <c:pt idx="450">
                  <c:v>38.537788</c:v>
                </c:pt>
                <c:pt idx="451">
                  <c:v>23.986972</c:v>
                </c:pt>
                <c:pt idx="452">
                  <c:v>35.522753</c:v>
                </c:pt>
                <c:pt idx="453">
                  <c:v>40.505522</c:v>
                </c:pt>
                <c:pt idx="454">
                  <c:v>41.637567</c:v>
                </c:pt>
                <c:pt idx="455">
                  <c:v>39.595617</c:v>
                </c:pt>
                <c:pt idx="456">
                  <c:v>41.923622</c:v>
                </c:pt>
                <c:pt idx="457">
                  <c:v>39.917081</c:v>
                </c:pt>
                <c:pt idx="458">
                  <c:v>41.922911</c:v>
                </c:pt>
                <c:pt idx="459">
                  <c:v>20.422513</c:v>
                </c:pt>
                <c:pt idx="460">
                  <c:v>43.071234</c:v>
                </c:pt>
                <c:pt idx="461">
                  <c:v>43.511665</c:v>
                </c:pt>
                <c:pt idx="462">
                  <c:v>40.754607</c:v>
                </c:pt>
                <c:pt idx="463">
                  <c:v>40.103777</c:v>
                </c:pt>
                <c:pt idx="464">
                  <c:v>24.23449</c:v>
                </c:pt>
                <c:pt idx="465">
                  <c:v>41.072349</c:v>
                </c:pt>
                <c:pt idx="466">
                  <c:v>26.586889</c:v>
                </c:pt>
                <c:pt idx="467">
                  <c:v>41.999764</c:v>
                </c:pt>
                <c:pt idx="468">
                  <c:v>41.962666</c:v>
                </c:pt>
                <c:pt idx="469">
                  <c:v>42.162189</c:v>
                </c:pt>
                <c:pt idx="470">
                  <c:v>41.439515</c:v>
                </c:pt>
                <c:pt idx="471">
                  <c:v>41.904499</c:v>
                </c:pt>
                <c:pt idx="472">
                  <c:v>46.333778</c:v>
                </c:pt>
                <c:pt idx="473">
                  <c:v>41.861297</c:v>
                </c:pt>
                <c:pt idx="474">
                  <c:v>34.552856</c:v>
                </c:pt>
                <c:pt idx="475">
                  <c:v>42.571757</c:v>
                </c:pt>
                <c:pt idx="476">
                  <c:v>41.187673</c:v>
                </c:pt>
                <c:pt idx="477">
                  <c:v>37.751948</c:v>
                </c:pt>
                <c:pt idx="478">
                  <c:v>43.657189</c:v>
                </c:pt>
                <c:pt idx="479">
                  <c:v>41.500454</c:v>
                </c:pt>
                <c:pt idx="480">
                  <c:v>34.115245</c:v>
                </c:pt>
                <c:pt idx="481">
                  <c:v>43.000276</c:v>
                </c:pt>
                <c:pt idx="482">
                  <c:v>42.050063</c:v>
                </c:pt>
                <c:pt idx="483">
                  <c:v>47.932387</c:v>
                </c:pt>
                <c:pt idx="484">
                  <c:v>42.214919</c:v>
                </c:pt>
                <c:pt idx="485">
                  <c:v>41.999909</c:v>
                </c:pt>
                <c:pt idx="486">
                  <c:v>39.817613</c:v>
                </c:pt>
                <c:pt idx="487">
                  <c:v>41.602116</c:v>
                </c:pt>
                <c:pt idx="488">
                  <c:v>46.649558</c:v>
                </c:pt>
                <c:pt idx="489">
                  <c:v>42.000346</c:v>
                </c:pt>
                <c:pt idx="490">
                  <c:v>39.341362</c:v>
                </c:pt>
                <c:pt idx="491">
                  <c:v>33.000221</c:v>
                </c:pt>
                <c:pt idx="492">
                  <c:v>38.06745</c:v>
                </c:pt>
                <c:pt idx="493">
                  <c:v>48.114158</c:v>
                </c:pt>
                <c:pt idx="494">
                  <c:v>42.631002</c:v>
                </c:pt>
                <c:pt idx="495">
                  <c:v>42.000163</c:v>
                </c:pt>
                <c:pt idx="496">
                  <c:v>41.688476</c:v>
                </c:pt>
                <c:pt idx="497">
                  <c:v>43.488212</c:v>
                </c:pt>
                <c:pt idx="498">
                  <c:v>28.938108</c:v>
                </c:pt>
                <c:pt idx="499">
                  <c:v>35.52579</c:v>
                </c:pt>
              </c:numCache>
            </c:numRef>
          </c:yVal>
        </c:ser>
        <c:ser>
          <c:idx val="1"/>
          <c:order val="1"/>
          <c:tx>
            <c:v>Perfect prediction</c:v>
          </c:tx>
          <c:spPr>
            <a:ln xmlns:a="http://schemas.openxmlformats.org/drawingml/2006/main" w="11430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100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100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Predicted hours per week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Actual hours per week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Test MAE (hours)</c:v>
          </c:tx>
          <c:spPr>
            <a:solidFill xmlns:a="http://schemas.openxmlformats.org/drawingml/2006/main">
              <a:srgbClr val="AA6520"/>
            </a:solidFill>
          </c:spPr>
          <c:cat>
            <c:strRef>
              <c:f>'Chart Data'!$A$2:$A$4</c:f>
              <c:strCache>
                <c:ptCount val="3"/>
                <c:pt idx="0">
                  <c:v>Over 40 (n=1,971)</c:v>
                </c:pt>
                <c:pt idx="1">
                  <c:v>35-40 (n=3,418)</c:v>
                </c:pt>
                <c:pt idx="2">
                  <c:v>Under 35 (n=1,124)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11.02217</c:v>
                </c:pt>
                <c:pt idx="1">
                  <c:v>2.754097</c:v>
                </c:pt>
                <c:pt idx="2">
                  <c:v>13.808411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22222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Test MAE (hours)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EFD3DB-B193-4E72-861B-FE835A2E1F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4800">
                <a:latin typeface="Calibri Light"/>
                <a:ea typeface="Calibri Light"/>
                <a:cs typeface="Calibri Light"/>
              </a:rPr>
              <a:t>Predicting Weekly Work Hours</a:t>
            </a:r>
          </a:p>
          <a:p xmlns:a="http://schemas.openxmlformats.org/drawingml/2006/main">
            <a:r>
              <a:rPr sz="4200">
                <a:latin typeface="Calibri Light"/>
                <a:ea typeface="Calibri Light"/>
                <a:cs typeface="Calibri Light"/>
              </a:rPr>
              <a:t>Micro-Project 3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6B5E315-C208-479B-A6B8-0DCBEF2B5F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Douglas Bobeck</a:t>
            </a:r>
          </a:p>
          <a:p xmlns:a="http://schemas.openxmlformats.org/drawingml/2006/main">
            <a:r>
              <a:t>October 4, 2026</a:t>
            </a:r>
          </a:p>
        </p:txBody>
      </p:sp>
    </p:spTree>
    <p:extLst>
      <p:ext uri="{BB962C8B-B14F-4D97-AF65-F5344CB8AC3E}">
        <p14:creationId xmlns:p14="http://schemas.microsoft.com/office/powerpoint/2010/main" val="36512514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8302AB-CEDA-4E89-A1DC-6BABC9C3F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AD07EA-4B74-4BFA-A23D-5147B6A28F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Adults work different numbers of hours each week.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Question: How accurately can age, education, occupation, and workclass predict weekly work hours?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2 examined income categories. This module changes the outcome to hours because the assignment calls for regression and the file has no actual salary amounts.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goal is to compare predictions on records the models did not use for training.</a:t>
            </a:r>
          </a:p>
        </p:txBody>
      </p:sp>
    </p:spTree>
    <p:extLst>
      <p:ext uri="{BB962C8B-B14F-4D97-AF65-F5344CB8AC3E}">
        <p14:creationId xmlns:p14="http://schemas.microsoft.com/office/powerpoint/2010/main" val="18806784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29C91F-7913-4D5C-A911-ADD4837DAA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Hypothesis Formulation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5A42CE-FCD3-41B9-A629-5F3C6031F3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Age, education, occupation, and workclass together will predict weekly hours more accurately than the training-sample average alone.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Possible explanation: Job roles and employment arrangements differ, which may help explain differences in work hours.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Select settings and a preferred model using training cross-validation RMSE. Then evaluate the fixed models on a separate test set.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predictive improvement would support this hypothesis within the sample. It would not establish a causal explanation.</a:t>
            </a:r>
          </a:p>
        </p:txBody>
      </p:sp>
    </p:spTree>
    <p:extLst>
      <p:ext uri="{BB962C8B-B14F-4D97-AF65-F5344CB8AC3E}">
        <p14:creationId xmlns:p14="http://schemas.microsoft.com/office/powerpoint/2010/main" val="33069587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Acquire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Source: UCI Adult dataset, drawn from the 1994 Census database.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32,561 records and 15 fields from the supplied training sample. The separate UCI test file is not used.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unchanged CSV is included with the Jupyter notebook in the Week 3 folder.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Tools used: Jupyter Notebook, Python, Pandas, NumPy, Matplotlib, and scikit-learn.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Becker &amp; Kohavi (1996), Adult. https://doi.org/10.24432/C5XW20</a:t>
            </a:r>
          </a:p>
        </p:txBody>
      </p:sp>
    </p:spTree>
    <p:extLst>
      <p:ext uri="{BB962C8B-B14F-4D97-AF65-F5344CB8AC3E}">
        <p14:creationId xmlns:p14="http://schemas.microsoft.com/office/powerpoint/2010/main" val="4270231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Prepare: Data and Predictors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Trim spaces, mark missing values, and check numeric ranges, income labels, and education codes. Keep all 32,561 records.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Keep original age and hours. Use education, occupation, and workclass as categories. Education codes are not years of schooling.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Missing workclass (1,836) and occupation (1,843) become Unknown in the model inputs.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Exclude income, fnlwgt, duplicate education codes, and every hour-derived field from the predictors. Keep fnlwgt in the source data.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Each row counts equally. Results do not estimate population work hours.</a:t>
            </a:r>
          </a:p>
        </p:txBody>
      </p:sp>
    </p:spTree>
    <p:extLst>
      <p:ext uri="{BB962C8B-B14F-4D97-AF65-F5344CB8AC3E}">
        <p14:creationId xmlns:p14="http://schemas.microsoft.com/office/powerpoint/2010/main" val="27882179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Prepare: Training and Test Records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26,048 training records and 6,513 test records, approximately an 80/20 split. Random seed: 42.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Keep identical full profiles together, including 24 repeated profiles beyond the first occurrence. They never cross split or validation boundaries.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the same three training-validation folds for every model. Learn scaling and category encoding inside each fold.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Choose model settings and the preferred model before looking at test performance. Keep the test results out of tuning.</a:t>
            </a:r>
          </a:p>
        </p:txBody>
      </p:sp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Analyze: Regression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3021D-44CE-4290-8E5D-6C46417A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mean baseline uses no predictor information. Every model is evaluated on the same records.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195B5-B0D9-4724-A431-7159D3C6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Adult, 1994 sample. Results are unweighted.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714750"/>
                <a:gridCol w="4686300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Settings compared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Mean baseline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Predict training mean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tuning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Linear regression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Linear relationships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tuning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SVR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RBF kernel; nonlinear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C: 1, 10; epsilon: 0.5, 2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Decision tree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Branching rules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Depth: 3, 5, 8; leaf: 25, 100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9084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98C1A2-E365-4EAD-A777-10EF9BD258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Analyze: Training Work Hours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21C01-5552-4E40-A01E-E73A40A7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46.8% of training records report exactly 40 hours. Mean: 40.39 hours; median: 40.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40DA8-F824-4B80-8B90-6BE70DE8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Adult, 1994 sample. Results are unweighted.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9a28ea47e04420"/>
          </a:graphicData>
        </a:graphic>
      </p:graphicFrame>
    </p:spTree>
    <p:extLst>
      <p:ext uri="{BB962C8B-B14F-4D97-AF65-F5344CB8AC3E}">
        <p14:creationId xmlns:p14="http://schemas.microsoft.com/office/powerpoint/2010/main" val="40241087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Analyze: Cross-Validation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33F61-6B67-4F50-BD9D-062C3F6F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 vector regression had the lowest mean validation RMSE. Selected SVR settings: C = 10, epsilon = 2 hours, RBF kernel.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EAD44-63F2-4714-9DFC-E072F9C2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Adult, 1994 sample. Results are unweighted.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3152775"/>
                <a:gridCol w="3152775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CV RMSE (hours)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Fold SD (hours)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Mean baseline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12.340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0.240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Linear regression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11.542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0.199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SVR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10.926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0.187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Decision tree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11.021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0.167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F06DB-0ECA-4920-8A88-8D731C5E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Three folds from training data only. Fold SD describes variation; it is not a confidence interval.</a:t>
            </a:r>
          </a:p>
        </p:txBody>
      </p:sp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Final 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440E0-1440-48E6-AF65-70939C42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SVR test RMSE is 12.0% below the mean baseline. Model selection used cross-validation.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7DF52-244F-477F-A272-334A26AF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Adult, 1994 sample. Results are unweighted.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71950"/>
                <a:gridCol w="2266950"/>
                <a:gridCol w="2266950"/>
                <a:gridCol w="2266950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MAE (hours)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RMSE (hours)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R-squared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Mean baseline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7.61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12.37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-0.0003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Linear regression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7.87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11.57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0.1257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SVR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7.16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10.89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0.2250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Decision tree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7.49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10.96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0.2142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8311D-7FDE-4B09-8AA3-8A3F258C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Same 6,513 test records. Lower MAE/RMSE is better; higher R-squared is better.</a:t>
            </a:r>
          </a:p>
        </p:txBody>
      </p:sp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Prediction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A3A48-4AAC-4818-92C3-D1387765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MAE describes the average absolute miss. RMSE gives more weight to large errors. Both are measured in hours.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CD1CF-2462-48B5-991A-18B08239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Adult, 1994 sample. Results are unweighted.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A6785-7058-422D-9744-170BD0E3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Root mean squared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D7601-0EE4-4679-85AE-3BA91DCA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19225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Mean absolute error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52578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329c0fbd044197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324600" y="1914525"/>
          <a:ext xmlns:a="http://schemas.openxmlformats.org/drawingml/2006/main" cx="52578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2731e2ee204d5e"/>
          </a:graphicData>
        </a:graphic>
      </p:graphicFrame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Predicted and Actual Hours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D01F8-C6F8-401D-A2B7-B21D6C19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Selected model: Support vector regression. Points show a fixed sample of 500 test records; scores use all 6,513.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5C34B-F6C3-4101-AAB8-54C8D10F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Adult, 1994 sample. Results are unweighted.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57250" y="1562100"/>
          <a:ext xmlns:a="http://schemas.openxmlformats.org/drawingml/2006/main" cx="10191750" cy="3743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4d4440f74f4578"/>
          </a:graphicData>
        </a:graphic>
      </p:graphicFrame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Error by Actual Workweek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B3043-525E-4B1C-8AF7-D17C1FB4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largest average absolute error is in the under 35 group (13.81 hours). Bands are used only to inspect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BFCA8-1F2F-4AED-A5F3-9C1C95C9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Adult, 1994 sample. Results are unweighted.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0fa105c9174b3e"/>
          </a:graphicData>
        </a:graphic>
      </p:graphicFrame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Findings and Limitations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selected support vector regression improves test RMSE from 12.37 to 10.89 hours. This supports the predictive hypothesis within this sample.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Its average absolute miss is 7.16 hours, and R-squared is 0.225. Much of the variation remains unexplained.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Historical, unweighted records do not establish current population patterns or causal effects. Missing categories and omitted factors remain limitations.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search was limited, and this is one internal test split from data explored in earlier modules. Small score differences are not proof of superiority.</a:t>
            </a:r>
          </a:p>
        </p:txBody>
      </p:sp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Act: Apply the Selected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E34B3-D2EC-4DEF-BF68-EC480C7F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Examples are the first three held-out records by source order. Predictions are estimates, not individual scheduling recommendations.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CCB7D-0819-420F-BEF0-C8FA1B7E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Adult, 1994 sample. Results are unweighted.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"/>
                <a:gridCol w="1847850"/>
                <a:gridCol w="2857500"/>
                <a:gridCol w="2000250"/>
                <a:gridCol w="1695450"/>
                <a:gridCol w="1905000"/>
              </a:tblGrid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Age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Education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Occupation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Workclass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Actual</a:t>
                      </a:r>
                    </a:p>
                    <a:p>
                      <a:pPr algn="ctr"/>
                      <a:r>
                        <a:rPr sz="157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hours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Predicted</a:t>
                      </a:r>
                    </a:p>
                    <a:p>
                      <a:pPr algn="ctr"/>
                      <a:r>
                        <a:rPr sz="157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hours</a:t>
                      </a:r>
                    </a:p>
                  </a:txBody>
                  <a:tcPr marL="114300" marR="95250" marT="95250" marB="76200" anchor="ctr">
                    <a:solidFill>
                      <a:srgbClr val="E9EEF2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49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9th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Other-service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Private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38.30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31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Masters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Prof-specialty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Private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42.27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23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Assoc-acdm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Protective-serv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Local-gov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52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40.43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Act: Decision and Next Steps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Keep support vector regression as the preferred model in this comparison because it had the lowest training-validation RMSE.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Applying it to held-out records shows improvement over the baseline, but an average miss of 7.16 hours is too large to treat as a precise personal schedule.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these results to guide further study of work-hour differences. Do not use this historical classroom model for individual employment decisions.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Before practical use, define an acceptable error, obtain current independent data, and assess errors across relevant groups. Study survey weights if making population claims.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micro-project completes Step 5, Act.</a:t>
            </a:r>
          </a:p>
        </p:txBody>
      </p:sp>
    </p:spTree>
    <p:extLst>
      <p:ext uri="{BB962C8B-B14F-4D97-AF65-F5344CB8AC3E}">
        <p14:creationId xmlns:p14="http://schemas.microsoft.com/office/powerpoint/2010/main" val="6979804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2026-10-04T23:08:08.5610000Z</dcterms:created>
  <dcterms:modified xsi:type="dcterms:W3CDTF">2026-10-04T23:08:08.5610000Z</dcterms:modified>
</coreProperties>
</file>